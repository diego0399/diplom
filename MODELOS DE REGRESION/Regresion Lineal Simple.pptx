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73" r:id="rId4"/>
    <p:sldId id="274" r:id="rId5"/>
    <p:sldId id="268" r:id="rId6"/>
    <p:sldId id="277" r:id="rId7"/>
    <p:sldId id="275" r:id="rId8"/>
    <p:sldId id="27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98EFEB-DB61-4B34-927C-A5E2E76F4B26}" v="395" dt="2023-11-09T00:03:28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Villanueva" userId="9367907e4847b616" providerId="LiveId" clId="{F1001540-7C7A-4589-9B96-C81874AC31F2}"/>
    <pc:docChg chg="undo custSel addSld modSld sldOrd">
      <pc:chgData name="Christian Villanueva" userId="9367907e4847b616" providerId="LiveId" clId="{F1001540-7C7A-4589-9B96-C81874AC31F2}" dt="2023-11-04T06:55:47.461" v="6472" actId="20577"/>
      <pc:docMkLst>
        <pc:docMk/>
      </pc:docMkLst>
      <pc:sldChg chg="modSp mod">
        <pc:chgData name="Christian Villanueva" userId="9367907e4847b616" providerId="LiveId" clId="{F1001540-7C7A-4589-9B96-C81874AC31F2}" dt="2023-10-29T19:32:19.183" v="23" actId="20577"/>
        <pc:sldMkLst>
          <pc:docMk/>
          <pc:sldMk cId="2517860399" sldId="256"/>
        </pc:sldMkLst>
        <pc:spChg chg="mod">
          <ac:chgData name="Christian Villanueva" userId="9367907e4847b616" providerId="LiveId" clId="{F1001540-7C7A-4589-9B96-C81874AC31F2}" dt="2023-10-29T19:32:19.183" v="23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delSp modSp mod">
        <pc:chgData name="Christian Villanueva" userId="9367907e4847b616" providerId="LiveId" clId="{F1001540-7C7A-4589-9B96-C81874AC31F2}" dt="2023-10-29T21:03:58.569" v="1284"/>
        <pc:sldMkLst>
          <pc:docMk/>
          <pc:sldMk cId="1457034104" sldId="257"/>
        </pc:sldMkLst>
        <pc:spChg chg="mod">
          <ac:chgData name="Christian Villanueva" userId="9367907e4847b616" providerId="LiveId" clId="{F1001540-7C7A-4589-9B96-C81874AC31F2}" dt="2023-10-29T19:35:45.706" v="35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0-29T20:17:55.105" v="1115" actId="20577"/>
          <ac:spMkLst>
            <pc:docMk/>
            <pc:sldMk cId="1457034104" sldId="257"/>
            <ac:spMk id="3" creationId="{01D8EAC6-B22C-71F3-4A0A-C98523B1A82F}"/>
          </ac:spMkLst>
        </pc:spChg>
        <pc:spChg chg="add del mod">
          <ac:chgData name="Christian Villanueva" userId="9367907e4847b616" providerId="LiveId" clId="{F1001540-7C7A-4589-9B96-C81874AC31F2}" dt="2023-10-29T21:03:58.569" v="1284"/>
          <ac:spMkLst>
            <pc:docMk/>
            <pc:sldMk cId="1457034104" sldId="257"/>
            <ac:spMk id="4" creationId="{AE59A4FB-81DC-85C7-10D0-598B0408A89E}"/>
          </ac:spMkLst>
        </pc:spChg>
      </pc:sldChg>
      <pc:sldChg chg="addSp delSp modSp mod">
        <pc:chgData name="Christian Villanueva" userId="9367907e4847b616" providerId="LiveId" clId="{F1001540-7C7A-4589-9B96-C81874AC31F2}" dt="2023-11-03T23:42:56.734" v="5111" actId="20577"/>
        <pc:sldMkLst>
          <pc:docMk/>
          <pc:sldMk cId="3499865914" sldId="264"/>
        </pc:sldMkLst>
        <pc:spChg chg="mod">
          <ac:chgData name="Christian Villanueva" userId="9367907e4847b616" providerId="LiveId" clId="{F1001540-7C7A-4589-9B96-C81874AC31F2}" dt="2023-11-03T23:42:56.734" v="5111" actId="20577"/>
          <ac:spMkLst>
            <pc:docMk/>
            <pc:sldMk cId="3499865914" sldId="264"/>
            <ac:spMk id="2" creationId="{86705015-20EE-35FE-01D6-B865C6688E52}"/>
          </ac:spMkLst>
        </pc:spChg>
        <pc:spChg chg="add mod">
          <ac:chgData name="Christian Villanueva" userId="9367907e4847b616" providerId="LiveId" clId="{F1001540-7C7A-4589-9B96-C81874AC31F2}" dt="2023-11-01T21:12:22.787" v="2503" actId="20577"/>
          <ac:spMkLst>
            <pc:docMk/>
            <pc:sldMk cId="3499865914" sldId="264"/>
            <ac:spMk id="3" creationId="{08D62982-4107-D75F-CB7C-97EE84C54343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2" creationId="{67408219-C84E-BE15-B62B-4710B1A01149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3" creationId="{B61A13A2-BFF0-E788-7FD5-E56E739F84A4}"/>
          </ac:spMkLst>
        </pc:spChg>
        <pc:spChg chg="del">
          <ac:chgData name="Christian Villanueva" userId="9367907e4847b616" providerId="LiveId" clId="{F1001540-7C7A-4589-9B96-C81874AC31F2}" dt="2023-10-29T21:03:48.608" v="1281" actId="478"/>
          <ac:spMkLst>
            <pc:docMk/>
            <pc:sldMk cId="3499865914" sldId="264"/>
            <ac:spMk id="24" creationId="{A55FA9E7-5D1E-7947-4D27-0DE8F056DA02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9" creationId="{B5588A33-3732-D606-0FCA-52DAAE717715}"/>
          </ac:spMkLst>
        </pc:spChg>
        <pc:picChg chg="del">
          <ac:chgData name="Christian Villanueva" userId="9367907e4847b616" providerId="LiveId" clId="{F1001540-7C7A-4589-9B96-C81874AC31F2}" dt="2023-10-29T21:03:42.908" v="1279" actId="478"/>
          <ac:picMkLst>
            <pc:docMk/>
            <pc:sldMk cId="3499865914" sldId="264"/>
            <ac:picMk id="11" creationId="{7D0C43CA-B01D-41BD-C90E-48AAA0558315}"/>
          </ac:picMkLst>
        </pc:picChg>
        <pc:picChg chg="del">
          <ac:chgData name="Christian Villanueva" userId="9367907e4847b616" providerId="LiveId" clId="{F1001540-7C7A-4589-9B96-C81874AC31F2}" dt="2023-10-29T21:03:51.756" v="1282" actId="478"/>
          <ac:picMkLst>
            <pc:docMk/>
            <pc:sldMk cId="3499865914" sldId="264"/>
            <ac:picMk id="13" creationId="{04895F5D-8951-245D-F19B-1BB165A2F895}"/>
          </ac:picMkLst>
        </pc:picChg>
        <pc:picChg chg="del">
          <ac:chgData name="Christian Villanueva" userId="9367907e4847b616" providerId="LiveId" clId="{F1001540-7C7A-4589-9B96-C81874AC31F2}" dt="2023-10-29T21:03:51.756" v="1282" actId="478"/>
          <ac:picMkLst>
            <pc:docMk/>
            <pc:sldMk cId="3499865914" sldId="264"/>
            <ac:picMk id="18" creationId="{EC282E47-453D-8D7A-639A-D5190ADCE088}"/>
          </ac:picMkLst>
        </pc:picChg>
        <pc:cxnChg chg="del">
          <ac:chgData name="Christian Villanueva" userId="9367907e4847b616" providerId="LiveId" clId="{F1001540-7C7A-4589-9B96-C81874AC31F2}" dt="2023-10-29T21:03:46.822" v="1280" actId="478"/>
          <ac:cxnSpMkLst>
            <pc:docMk/>
            <pc:sldMk cId="3499865914" sldId="264"/>
            <ac:cxnSpMk id="20" creationId="{8F9F1BB7-4A9A-114E-0548-86FF9D743843}"/>
          </ac:cxnSpMkLst>
        </pc:cxnChg>
        <pc:cxnChg chg="del">
          <ac:chgData name="Christian Villanueva" userId="9367907e4847b616" providerId="LiveId" clId="{F1001540-7C7A-4589-9B96-C81874AC31F2}" dt="2023-10-29T21:03:46.822" v="1280" actId="478"/>
          <ac:cxnSpMkLst>
            <pc:docMk/>
            <pc:sldMk cId="3499865914" sldId="264"/>
            <ac:cxnSpMk id="25" creationId="{8934C1AD-AB51-FF50-854C-51DBFC3C9B7C}"/>
          </ac:cxnSpMkLst>
        </pc:cxnChg>
      </pc:sldChg>
      <pc:sldChg chg="addSp delSp modSp add mod">
        <pc:chgData name="Christian Villanueva" userId="9367907e4847b616" providerId="LiveId" clId="{F1001540-7C7A-4589-9B96-C81874AC31F2}" dt="2023-10-29T20:44:41.348" v="1224" actId="14100"/>
        <pc:sldMkLst>
          <pc:docMk/>
          <pc:sldMk cId="1778445632" sldId="265"/>
        </pc:sldMkLst>
        <pc:spChg chg="mod">
          <ac:chgData name="Christian Villanueva" userId="9367907e4847b616" providerId="LiveId" clId="{F1001540-7C7A-4589-9B96-C81874AC31F2}" dt="2023-10-29T20:40:25.465" v="1200" actId="20577"/>
          <ac:spMkLst>
            <pc:docMk/>
            <pc:sldMk cId="1778445632" sldId="265"/>
            <ac:spMk id="2" creationId="{86705015-20EE-35FE-01D6-B865C6688E52}"/>
          </ac:spMkLst>
        </pc:spChg>
        <pc:spChg chg="del">
          <ac:chgData name="Christian Villanueva" userId="9367907e4847b616" providerId="LiveId" clId="{F1001540-7C7A-4589-9B96-C81874AC31F2}" dt="2023-10-29T20:32:14.503" v="1117" actId="478"/>
          <ac:spMkLst>
            <pc:docMk/>
            <pc:sldMk cId="1778445632" sldId="265"/>
            <ac:spMk id="3" creationId="{01D8EAC6-B22C-71F3-4A0A-C98523B1A82F}"/>
          </ac:spMkLst>
        </pc:spChg>
        <pc:spChg chg="add del mod">
          <ac:chgData name="Christian Villanueva" userId="9367907e4847b616" providerId="LiveId" clId="{F1001540-7C7A-4589-9B96-C81874AC31F2}" dt="2023-10-29T20:32:16.882" v="1118" actId="478"/>
          <ac:spMkLst>
            <pc:docMk/>
            <pc:sldMk cId="1778445632" sldId="265"/>
            <ac:spMk id="5" creationId="{AEBC098F-B98C-F2C9-DFC5-70756D6AD611}"/>
          </ac:spMkLst>
        </pc:spChg>
        <pc:spChg chg="add mod">
          <ac:chgData name="Christian Villanueva" userId="9367907e4847b616" providerId="LiveId" clId="{F1001540-7C7A-4589-9B96-C81874AC31F2}" dt="2023-10-29T20:39:57.958" v="1151" actId="14100"/>
          <ac:spMkLst>
            <pc:docMk/>
            <pc:sldMk cId="1778445632" sldId="265"/>
            <ac:spMk id="13" creationId="{4B549D14-0D53-8466-18F0-0DBB2E3D8D00}"/>
          </ac:spMkLst>
        </pc:spChg>
        <pc:spChg chg="add mod">
          <ac:chgData name="Christian Villanueva" userId="9367907e4847b616" providerId="LiveId" clId="{F1001540-7C7A-4589-9B96-C81874AC31F2}" dt="2023-10-29T20:40:16.974" v="1167" actId="14100"/>
          <ac:spMkLst>
            <pc:docMk/>
            <pc:sldMk cId="1778445632" sldId="265"/>
            <ac:spMk id="15" creationId="{01904C2E-9BA4-9254-D384-8A336AF0764A}"/>
          </ac:spMkLst>
        </pc:spChg>
        <pc:spChg chg="add mod">
          <ac:chgData name="Christian Villanueva" userId="9367907e4847b616" providerId="LiveId" clId="{F1001540-7C7A-4589-9B96-C81874AC31F2}" dt="2023-10-29T20:44:41.348" v="1224" actId="14100"/>
          <ac:spMkLst>
            <pc:docMk/>
            <pc:sldMk cId="1778445632" sldId="265"/>
            <ac:spMk id="17" creationId="{93ACD8CE-2A87-2758-2E8E-338254DEDB55}"/>
          </ac:spMkLst>
        </pc:spChg>
        <pc:graphicFrameChg chg="add mod">
          <ac:chgData name="Christian Villanueva" userId="9367907e4847b616" providerId="LiveId" clId="{F1001540-7C7A-4589-9B96-C81874AC31F2}" dt="2023-10-29T20:32:19.967" v="1121"/>
          <ac:graphicFrameMkLst>
            <pc:docMk/>
            <pc:sldMk cId="1778445632" sldId="265"/>
            <ac:graphicFrameMk id="6" creationId="{48B7CF51-CF92-0D93-E153-6303C9E4F1F2}"/>
          </ac:graphicFrameMkLst>
        </pc:graphicFrameChg>
        <pc:graphicFrameChg chg="add mod">
          <ac:chgData name="Christian Villanueva" userId="9367907e4847b616" providerId="LiveId" clId="{F1001540-7C7A-4589-9B96-C81874AC31F2}" dt="2023-10-29T20:39:18.745" v="1136" actId="1076"/>
          <ac:graphicFrameMkLst>
            <pc:docMk/>
            <pc:sldMk cId="1778445632" sldId="265"/>
            <ac:graphicFrameMk id="7" creationId="{48B7CF51-CF92-0D93-E153-6303C9E4F1F2}"/>
          </ac:graphicFrameMkLst>
        </pc:graphicFrameChg>
        <pc:picChg chg="add mod">
          <ac:chgData name="Christian Villanueva" userId="9367907e4847b616" providerId="LiveId" clId="{F1001540-7C7A-4589-9B96-C81874AC31F2}" dt="2023-10-29T20:39:21.730" v="1137" actId="1076"/>
          <ac:picMkLst>
            <pc:docMk/>
            <pc:sldMk cId="1778445632" sldId="265"/>
            <ac:picMk id="11" creationId="{0590BB66-4364-F3E3-FBEB-E61872E82D4E}"/>
          </ac:picMkLst>
        </pc:picChg>
      </pc:sldChg>
      <pc:sldChg chg="modSp add mod">
        <pc:chgData name="Christian Villanueva" userId="9367907e4847b616" providerId="LiveId" clId="{F1001540-7C7A-4589-9B96-C81874AC31F2}" dt="2023-11-03T23:43:02.781" v="5117" actId="20577"/>
        <pc:sldMkLst>
          <pc:docMk/>
          <pc:sldMk cId="796599075" sldId="266"/>
        </pc:sldMkLst>
        <pc:spChg chg="mod">
          <ac:chgData name="Christian Villanueva" userId="9367907e4847b616" providerId="LiveId" clId="{F1001540-7C7A-4589-9B96-C81874AC31F2}" dt="2023-11-03T23:43:02.781" v="5117" actId="20577"/>
          <ac:spMkLst>
            <pc:docMk/>
            <pc:sldMk cId="796599075" sldId="266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7:55:47.418" v="3153" actId="20577"/>
          <ac:spMkLst>
            <pc:docMk/>
            <pc:sldMk cId="796599075" sldId="266"/>
            <ac:spMk id="3" creationId="{08D62982-4107-D75F-CB7C-97EE84C54343}"/>
          </ac:spMkLst>
        </pc:spChg>
      </pc:sldChg>
      <pc:sldChg chg="modSp add mod">
        <pc:chgData name="Christian Villanueva" userId="9367907e4847b616" providerId="LiveId" clId="{F1001540-7C7A-4589-9B96-C81874AC31F2}" dt="2023-11-03T23:43:20.588" v="5135" actId="20577"/>
        <pc:sldMkLst>
          <pc:docMk/>
          <pc:sldMk cId="3386485336" sldId="267"/>
        </pc:sldMkLst>
        <pc:spChg chg="mod">
          <ac:chgData name="Christian Villanueva" userId="9367907e4847b616" providerId="LiveId" clId="{F1001540-7C7A-4589-9B96-C81874AC31F2}" dt="2023-11-03T23:43:20.588" v="5135" actId="20577"/>
          <ac:spMkLst>
            <pc:docMk/>
            <pc:sldMk cId="3386485336" sldId="267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23:17:24.102" v="4512" actId="20577"/>
          <ac:spMkLst>
            <pc:docMk/>
            <pc:sldMk cId="3386485336" sldId="267"/>
            <ac:spMk id="3" creationId="{08D62982-4107-D75F-CB7C-97EE84C54343}"/>
          </ac:spMkLst>
        </pc:spChg>
      </pc:sldChg>
      <pc:sldChg chg="addSp modSp add mod ord">
        <pc:chgData name="Christian Villanueva" userId="9367907e4847b616" providerId="LiveId" clId="{F1001540-7C7A-4589-9B96-C81874AC31F2}" dt="2023-11-03T23:43:07.793" v="5123" actId="20577"/>
        <pc:sldMkLst>
          <pc:docMk/>
          <pc:sldMk cId="2069622168" sldId="268"/>
        </pc:sldMkLst>
        <pc:spChg chg="mod">
          <ac:chgData name="Christian Villanueva" userId="9367907e4847b616" providerId="LiveId" clId="{F1001540-7C7A-4589-9B96-C81874AC31F2}" dt="2023-11-03T23:43:07.793" v="5123" actId="20577"/>
          <ac:spMkLst>
            <pc:docMk/>
            <pc:sldMk cId="2069622168" sldId="268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8:48:24.305" v="4353" actId="1076"/>
          <ac:spMkLst>
            <pc:docMk/>
            <pc:sldMk cId="2069622168" sldId="268"/>
            <ac:spMk id="3" creationId="{08D62982-4107-D75F-CB7C-97EE84C54343}"/>
          </ac:spMkLst>
        </pc:spChg>
        <pc:spChg chg="add mod">
          <ac:chgData name="Christian Villanueva" userId="9367907e4847b616" providerId="LiveId" clId="{F1001540-7C7A-4589-9B96-C81874AC31F2}" dt="2023-11-03T18:46:17.136" v="4322" actId="1076"/>
          <ac:spMkLst>
            <pc:docMk/>
            <pc:sldMk cId="2069622168" sldId="268"/>
            <ac:spMk id="4" creationId="{468CFB57-4CC2-9CC8-7094-D8B207E85E78}"/>
          </ac:spMkLst>
        </pc:spChg>
        <pc:spChg chg="add mod">
          <ac:chgData name="Christian Villanueva" userId="9367907e4847b616" providerId="LiveId" clId="{F1001540-7C7A-4589-9B96-C81874AC31F2}" dt="2023-11-03T18:47:48.086" v="4349" actId="1076"/>
          <ac:spMkLst>
            <pc:docMk/>
            <pc:sldMk cId="2069622168" sldId="268"/>
            <ac:spMk id="5" creationId="{EA856916-9E78-C94C-CB26-9A6C91B05C22}"/>
          </ac:spMkLst>
        </pc:spChg>
        <pc:spChg chg="add mod">
          <ac:chgData name="Christian Villanueva" userId="9367907e4847b616" providerId="LiveId" clId="{F1001540-7C7A-4589-9B96-C81874AC31F2}" dt="2023-11-03T18:48:15.810" v="4352"/>
          <ac:spMkLst>
            <pc:docMk/>
            <pc:sldMk cId="2069622168" sldId="268"/>
            <ac:spMk id="6" creationId="{16C8225B-4FC7-C143-2D54-B375A6D9F8AB}"/>
          </ac:spMkLst>
        </pc:spChg>
        <pc:picChg chg="add mod">
          <ac:chgData name="Christian Villanueva" userId="9367907e4847b616" providerId="LiveId" clId="{F1001540-7C7A-4589-9B96-C81874AC31F2}" dt="2023-11-03T18:27:34.287" v="4012" actId="1076"/>
          <ac:picMkLst>
            <pc:docMk/>
            <pc:sldMk cId="2069622168" sldId="268"/>
            <ac:picMk id="1026" creationId="{3A5F7F1E-0910-0776-7011-6CA3D5DEFC0B}"/>
          </ac:picMkLst>
        </pc:picChg>
        <pc:picChg chg="add mod">
          <ac:chgData name="Christian Villanueva" userId="9367907e4847b616" providerId="LiveId" clId="{F1001540-7C7A-4589-9B96-C81874AC31F2}" dt="2023-11-03T18:47:00.628" v="4326" actId="14100"/>
          <ac:picMkLst>
            <pc:docMk/>
            <pc:sldMk cId="2069622168" sldId="268"/>
            <ac:picMk id="1028" creationId="{C235552A-395E-CEE3-FA10-39C089092389}"/>
          </ac:picMkLst>
        </pc:picChg>
      </pc:sldChg>
      <pc:sldChg chg="addSp delSp modSp add mod">
        <pc:chgData name="Christian Villanueva" userId="9367907e4847b616" providerId="LiveId" clId="{F1001540-7C7A-4589-9B96-C81874AC31F2}" dt="2023-11-03T23:43:12.460" v="5129" actId="20577"/>
        <pc:sldMkLst>
          <pc:docMk/>
          <pc:sldMk cId="3029012709" sldId="269"/>
        </pc:sldMkLst>
        <pc:spChg chg="mod">
          <ac:chgData name="Christian Villanueva" userId="9367907e4847b616" providerId="LiveId" clId="{F1001540-7C7A-4589-9B96-C81874AC31F2}" dt="2023-11-03T23:43:12.460" v="5129" actId="20577"/>
          <ac:spMkLst>
            <pc:docMk/>
            <pc:sldMk cId="3029012709" sldId="269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8:54:15.313" v="4414" actId="20577"/>
          <ac:spMkLst>
            <pc:docMk/>
            <pc:sldMk cId="3029012709" sldId="269"/>
            <ac:spMk id="3" creationId="{08D62982-4107-D75F-CB7C-97EE84C54343}"/>
          </ac:spMkLst>
        </pc:spChg>
        <pc:spChg chg="mod">
          <ac:chgData name="Christian Villanueva" userId="9367907e4847b616" providerId="LiveId" clId="{F1001540-7C7A-4589-9B96-C81874AC31F2}" dt="2023-11-03T18:57:04.853" v="4479" actId="20577"/>
          <ac:spMkLst>
            <pc:docMk/>
            <pc:sldMk cId="3029012709" sldId="269"/>
            <ac:spMk id="4" creationId="{468CFB57-4CC2-9CC8-7094-D8B207E85E78}"/>
          </ac:spMkLst>
        </pc:spChg>
        <pc:spChg chg="mod">
          <ac:chgData name="Christian Villanueva" userId="9367907e4847b616" providerId="LiveId" clId="{F1001540-7C7A-4589-9B96-C81874AC31F2}" dt="2023-11-03T18:57:27.109" v="4483" actId="1076"/>
          <ac:spMkLst>
            <pc:docMk/>
            <pc:sldMk cId="3029012709" sldId="269"/>
            <ac:spMk id="5" creationId="{EA856916-9E78-C94C-CB26-9A6C91B05C22}"/>
          </ac:spMkLst>
        </pc:spChg>
        <pc:spChg chg="mod">
          <ac:chgData name="Christian Villanueva" userId="9367907e4847b616" providerId="LiveId" clId="{F1001540-7C7A-4589-9B96-C81874AC31F2}" dt="2023-11-03T18:54:58.059" v="4425"/>
          <ac:spMkLst>
            <pc:docMk/>
            <pc:sldMk cId="3029012709" sldId="269"/>
            <ac:spMk id="6" creationId="{16C8225B-4FC7-C143-2D54-B375A6D9F8AB}"/>
          </ac:spMkLst>
        </pc:spChg>
        <pc:spChg chg="add del">
          <ac:chgData name="Christian Villanueva" userId="9367907e4847b616" providerId="LiveId" clId="{F1001540-7C7A-4589-9B96-C81874AC31F2}" dt="2023-11-03T18:55:34.809" v="4428"/>
          <ac:spMkLst>
            <pc:docMk/>
            <pc:sldMk cId="3029012709" sldId="269"/>
            <ac:spMk id="7" creationId="{F87C7827-9253-B6B9-0F9B-54DBEE0D4324}"/>
          </ac:spMkLst>
        </pc:spChg>
        <pc:spChg chg="add del mod">
          <ac:chgData name="Christian Villanueva" userId="9367907e4847b616" providerId="LiveId" clId="{F1001540-7C7A-4589-9B96-C81874AC31F2}" dt="2023-11-03T18:55:43.511" v="4431" actId="478"/>
          <ac:spMkLst>
            <pc:docMk/>
            <pc:sldMk cId="3029012709" sldId="269"/>
            <ac:spMk id="9" creationId="{48F09FBA-DF5D-340E-0C74-C36ECC0BD0A3}"/>
          </ac:spMkLst>
        </pc:spChg>
        <pc:picChg chg="del">
          <ac:chgData name="Christian Villanueva" userId="9367907e4847b616" providerId="LiveId" clId="{F1001540-7C7A-4589-9B96-C81874AC31F2}" dt="2023-11-03T18:54:17.871" v="4415" actId="478"/>
          <ac:picMkLst>
            <pc:docMk/>
            <pc:sldMk cId="3029012709" sldId="269"/>
            <ac:picMk id="1026" creationId="{3A5F7F1E-0910-0776-7011-6CA3D5DEFC0B}"/>
          </ac:picMkLst>
        </pc:picChg>
        <pc:picChg chg="del">
          <ac:chgData name="Christian Villanueva" userId="9367907e4847b616" providerId="LiveId" clId="{F1001540-7C7A-4589-9B96-C81874AC31F2}" dt="2023-11-03T18:55:31.808" v="4426" actId="478"/>
          <ac:picMkLst>
            <pc:docMk/>
            <pc:sldMk cId="3029012709" sldId="269"/>
            <ac:picMk id="1028" creationId="{C235552A-395E-CEE3-FA10-39C089092389}"/>
          </ac:picMkLst>
        </pc:picChg>
        <pc:picChg chg="add mod">
          <ac:chgData name="Christian Villanueva" userId="9367907e4847b616" providerId="LiveId" clId="{F1001540-7C7A-4589-9B96-C81874AC31F2}" dt="2023-11-03T18:54:35.828" v="4420" actId="1076"/>
          <ac:picMkLst>
            <pc:docMk/>
            <pc:sldMk cId="3029012709" sldId="269"/>
            <ac:picMk id="2050" creationId="{7D5A6C4D-357B-85C2-0BE1-0742F40C7F5A}"/>
          </ac:picMkLst>
        </pc:picChg>
        <pc:picChg chg="add del mod">
          <ac:chgData name="Christian Villanueva" userId="9367907e4847b616" providerId="LiveId" clId="{F1001540-7C7A-4589-9B96-C81874AC31F2}" dt="2023-11-03T18:56:43.698" v="4436" actId="478"/>
          <ac:picMkLst>
            <pc:docMk/>
            <pc:sldMk cId="3029012709" sldId="269"/>
            <ac:picMk id="2056" creationId="{CCF3F677-F430-A806-6976-B3CAA387C80D}"/>
          </ac:picMkLst>
        </pc:picChg>
        <pc:picChg chg="add mod">
          <ac:chgData name="Christian Villanueva" userId="9367907e4847b616" providerId="LiveId" clId="{F1001540-7C7A-4589-9B96-C81874AC31F2}" dt="2023-11-03T18:57:29.186" v="4484" actId="1076"/>
          <ac:picMkLst>
            <pc:docMk/>
            <pc:sldMk cId="3029012709" sldId="269"/>
            <ac:picMk id="2058" creationId="{F3D82B58-29BF-067C-C01F-37E5A0C9745F}"/>
          </ac:picMkLst>
        </pc:picChg>
      </pc:sldChg>
      <pc:sldChg chg="addSp delSp modSp add mod">
        <pc:chgData name="Christian Villanueva" userId="9367907e4847b616" providerId="LiveId" clId="{F1001540-7C7A-4589-9B96-C81874AC31F2}" dt="2023-11-03T23:42:11.331" v="5105" actId="1076"/>
        <pc:sldMkLst>
          <pc:docMk/>
          <pc:sldMk cId="449043533" sldId="270"/>
        </pc:sldMkLst>
        <pc:spChg chg="mod">
          <ac:chgData name="Christian Villanueva" userId="9367907e4847b616" providerId="LiveId" clId="{F1001540-7C7A-4589-9B96-C81874AC31F2}" dt="2023-11-03T23:26:38.945" v="4535" actId="20577"/>
          <ac:spMkLst>
            <pc:docMk/>
            <pc:sldMk cId="449043533" sldId="270"/>
            <ac:spMk id="2" creationId="{86705015-20EE-35FE-01D6-B865C6688E52}"/>
          </ac:spMkLst>
        </pc:spChg>
        <pc:spChg chg="del mod">
          <ac:chgData name="Christian Villanueva" userId="9367907e4847b616" providerId="LiveId" clId="{F1001540-7C7A-4589-9B96-C81874AC31F2}" dt="2023-11-03T23:32:03.960" v="4649" actId="478"/>
          <ac:spMkLst>
            <pc:docMk/>
            <pc:sldMk cId="449043533" sldId="270"/>
            <ac:spMk id="3" creationId="{08D62982-4107-D75F-CB7C-97EE84C54343}"/>
          </ac:spMkLst>
        </pc:spChg>
        <pc:spChg chg="add mod ord">
          <ac:chgData name="Christian Villanueva" userId="9367907e4847b616" providerId="LiveId" clId="{F1001540-7C7A-4589-9B96-C81874AC31F2}" dt="2023-11-03T23:38:43.971" v="4768" actId="1076"/>
          <ac:spMkLst>
            <pc:docMk/>
            <pc:sldMk cId="449043533" sldId="270"/>
            <ac:spMk id="4" creationId="{9FE7B3C4-3E58-CEF6-C5B2-AF39D72E54A6}"/>
          </ac:spMkLst>
        </pc:spChg>
        <pc:spChg chg="add mod ord">
          <ac:chgData name="Christian Villanueva" userId="9367907e4847b616" providerId="LiveId" clId="{F1001540-7C7A-4589-9B96-C81874AC31F2}" dt="2023-11-03T23:41:55.613" v="5103" actId="1076"/>
          <ac:spMkLst>
            <pc:docMk/>
            <pc:sldMk cId="449043533" sldId="270"/>
            <ac:spMk id="5" creationId="{B309B420-9FCF-9302-A391-1D620C107C2B}"/>
          </ac:spMkLst>
        </pc:spChg>
        <pc:spChg chg="mod">
          <ac:chgData name="Christian Villanueva" userId="9367907e4847b616" providerId="LiveId" clId="{F1001540-7C7A-4589-9B96-C81874AC31F2}" dt="2023-11-03T23:38:16.663" v="4761" actId="20577"/>
          <ac:spMkLst>
            <pc:docMk/>
            <pc:sldMk cId="449043533" sldId="270"/>
            <ac:spMk id="9" creationId="{634CADA8-25F8-3300-D126-1B983023795A}"/>
          </ac:spMkLst>
        </pc:spChg>
        <pc:spChg chg="mod">
          <ac:chgData name="Christian Villanueva" userId="9367907e4847b616" providerId="LiveId" clId="{F1001540-7C7A-4589-9B96-C81874AC31F2}" dt="2023-11-03T23:39:16.377" v="4776" actId="1076"/>
          <ac:spMkLst>
            <pc:docMk/>
            <pc:sldMk cId="449043533" sldId="270"/>
            <ac:spMk id="11" creationId="{63833F23-55A3-3651-7EC1-8C8907DD64D2}"/>
          </ac:spMkLst>
        </pc:spChg>
        <pc:spChg chg="add mod">
          <ac:chgData name="Christian Villanueva" userId="9367907e4847b616" providerId="LiveId" clId="{F1001540-7C7A-4589-9B96-C81874AC31F2}" dt="2023-11-03T23:41:48.906" v="5100" actId="1076"/>
          <ac:spMkLst>
            <pc:docMk/>
            <pc:sldMk cId="449043533" sldId="270"/>
            <ac:spMk id="13" creationId="{A3A502E6-BB33-B6AA-9918-FE9FE8242F83}"/>
          </ac:spMkLst>
        </pc:spChg>
        <pc:grpChg chg="add mod">
          <ac:chgData name="Christian Villanueva" userId="9367907e4847b616" providerId="LiveId" clId="{F1001540-7C7A-4589-9B96-C81874AC31F2}" dt="2023-11-03T23:42:06.470" v="5104" actId="1076"/>
          <ac:grpSpMkLst>
            <pc:docMk/>
            <pc:sldMk cId="449043533" sldId="270"/>
            <ac:grpSpMk id="6" creationId="{F0149E2C-C2F0-9F7F-6F29-6D44F7BD3E84}"/>
          </ac:grpSpMkLst>
        </pc:grpChg>
        <pc:grpChg chg="add mod">
          <ac:chgData name="Christian Villanueva" userId="9367907e4847b616" providerId="LiveId" clId="{F1001540-7C7A-4589-9B96-C81874AC31F2}" dt="2023-11-03T23:42:11.331" v="5105" actId="1076"/>
          <ac:grpSpMkLst>
            <pc:docMk/>
            <pc:sldMk cId="449043533" sldId="270"/>
            <ac:grpSpMk id="7" creationId="{BF71F992-AE95-E711-07D0-3695D4CE60C6}"/>
          </ac:grpSpMkLst>
        </pc:grpChg>
      </pc:sldChg>
      <pc:sldChg chg="addSp delSp modSp add mod">
        <pc:chgData name="Christian Villanueva" userId="9367907e4847b616" providerId="LiveId" clId="{F1001540-7C7A-4589-9B96-C81874AC31F2}" dt="2023-11-04T06:35:34.172" v="6168" actId="20577"/>
        <pc:sldMkLst>
          <pc:docMk/>
          <pc:sldMk cId="3961512347" sldId="271"/>
        </pc:sldMkLst>
        <pc:spChg chg="mod">
          <ac:chgData name="Christian Villanueva" userId="9367907e4847b616" providerId="LiveId" clId="{F1001540-7C7A-4589-9B96-C81874AC31F2}" dt="2023-11-04T06:22:03.777" v="5152" actId="20577"/>
          <ac:spMkLst>
            <pc:docMk/>
            <pc:sldMk cId="3961512347" sldId="271"/>
            <ac:spMk id="2" creationId="{86705015-20EE-35FE-01D6-B865C6688E52}"/>
          </ac:spMkLst>
        </pc:spChg>
        <pc:spChg chg="del topLvl">
          <ac:chgData name="Christian Villanueva" userId="9367907e4847b616" providerId="LiveId" clId="{F1001540-7C7A-4589-9B96-C81874AC31F2}" dt="2023-11-04T06:22:08.102" v="5154" actId="478"/>
          <ac:spMkLst>
            <pc:docMk/>
            <pc:sldMk cId="3961512347" sldId="271"/>
            <ac:spMk id="9" creationId="{634CADA8-25F8-3300-D126-1B983023795A}"/>
          </ac:spMkLst>
        </pc:spChg>
        <pc:spChg chg="del topLvl">
          <ac:chgData name="Christian Villanueva" userId="9367907e4847b616" providerId="LiveId" clId="{F1001540-7C7A-4589-9B96-C81874AC31F2}" dt="2023-11-04T06:22:09.636" v="5155" actId="478"/>
          <ac:spMkLst>
            <pc:docMk/>
            <pc:sldMk cId="3961512347" sldId="271"/>
            <ac:spMk id="11" creationId="{63833F23-55A3-3651-7EC1-8C8907DD64D2}"/>
          </ac:spMkLst>
        </pc:spChg>
        <pc:spChg chg="mod">
          <ac:chgData name="Christian Villanueva" userId="9367907e4847b616" providerId="LiveId" clId="{F1001540-7C7A-4589-9B96-C81874AC31F2}" dt="2023-11-04T06:30:59.116" v="5824" actId="403"/>
          <ac:spMkLst>
            <pc:docMk/>
            <pc:sldMk cId="3961512347" sldId="271"/>
            <ac:spMk id="13" creationId="{A3A502E6-BB33-B6AA-9918-FE9FE8242F83}"/>
          </ac:spMkLst>
        </pc:spChg>
        <pc:spChg chg="add mod">
          <ac:chgData name="Christian Villanueva" userId="9367907e4847b616" providerId="LiveId" clId="{F1001540-7C7A-4589-9B96-C81874AC31F2}" dt="2023-11-04T06:32:05.108" v="5863" actId="20577"/>
          <ac:spMkLst>
            <pc:docMk/>
            <pc:sldMk cId="3961512347" sldId="271"/>
            <ac:spMk id="17" creationId="{5E6D14C0-7D53-6A4D-9283-B4804125BD51}"/>
          </ac:spMkLst>
        </pc:spChg>
        <pc:spChg chg="add mod">
          <ac:chgData name="Christian Villanueva" userId="9367907e4847b616" providerId="LiveId" clId="{F1001540-7C7A-4589-9B96-C81874AC31F2}" dt="2023-11-04T06:32:57.630" v="5896" actId="207"/>
          <ac:spMkLst>
            <pc:docMk/>
            <pc:sldMk cId="3961512347" sldId="271"/>
            <ac:spMk id="24" creationId="{94355A0F-2B9E-CA5E-3F19-915C940FC5CA}"/>
          </ac:spMkLst>
        </pc:spChg>
        <pc:spChg chg="add mod">
          <ac:chgData name="Christian Villanueva" userId="9367907e4847b616" providerId="LiveId" clId="{F1001540-7C7A-4589-9B96-C81874AC31F2}" dt="2023-11-04T06:33:44.882" v="5962" actId="14100"/>
          <ac:spMkLst>
            <pc:docMk/>
            <pc:sldMk cId="3961512347" sldId="271"/>
            <ac:spMk id="29" creationId="{166BAF03-3582-2CE7-CF69-4A26686F29D3}"/>
          </ac:spMkLst>
        </pc:spChg>
        <pc:spChg chg="add mod">
          <ac:chgData name="Christian Villanueva" userId="9367907e4847b616" providerId="LiveId" clId="{F1001540-7C7A-4589-9B96-C81874AC31F2}" dt="2023-11-04T06:35:34.172" v="6168" actId="20577"/>
          <ac:spMkLst>
            <pc:docMk/>
            <pc:sldMk cId="3961512347" sldId="271"/>
            <ac:spMk id="33" creationId="{D78416D4-94E4-540C-9457-E3BE9B610293}"/>
          </ac:spMkLst>
        </pc:spChg>
        <pc:grpChg chg="del">
          <ac:chgData name="Christian Villanueva" userId="9367907e4847b616" providerId="LiveId" clId="{F1001540-7C7A-4589-9B96-C81874AC31F2}" dt="2023-11-04T06:22:06.765" v="5153" actId="478"/>
          <ac:grpSpMkLst>
            <pc:docMk/>
            <pc:sldMk cId="3961512347" sldId="271"/>
            <ac:grpSpMk id="6" creationId="{F0149E2C-C2F0-9F7F-6F29-6D44F7BD3E84}"/>
          </ac:grpSpMkLst>
        </pc:grpChg>
        <pc:grpChg chg="del">
          <ac:chgData name="Christian Villanueva" userId="9367907e4847b616" providerId="LiveId" clId="{F1001540-7C7A-4589-9B96-C81874AC31F2}" dt="2023-11-04T06:22:08.102" v="5154" actId="478"/>
          <ac:grpSpMkLst>
            <pc:docMk/>
            <pc:sldMk cId="3961512347" sldId="271"/>
            <ac:grpSpMk id="7" creationId="{BF71F992-AE95-E711-07D0-3695D4CE60C6}"/>
          </ac:grpSpMkLst>
        </pc:grpChg>
        <pc:cxnChg chg="add mod">
          <ac:chgData name="Christian Villanueva" userId="9367907e4847b616" providerId="LiveId" clId="{F1001540-7C7A-4589-9B96-C81874AC31F2}" dt="2023-11-04T06:31:38.651" v="5826" actId="13822"/>
          <ac:cxnSpMkLst>
            <pc:docMk/>
            <pc:sldMk cId="3961512347" sldId="271"/>
            <ac:cxnSpMk id="15" creationId="{4DC09846-1A3B-8730-ADDF-13E20DA0A5A4}"/>
          </ac:cxnSpMkLst>
        </pc:cxnChg>
        <pc:cxnChg chg="add mod">
          <ac:chgData name="Christian Villanueva" userId="9367907e4847b616" providerId="LiveId" clId="{F1001540-7C7A-4589-9B96-C81874AC31F2}" dt="2023-11-04T06:32:24.312" v="5867" actId="14100"/>
          <ac:cxnSpMkLst>
            <pc:docMk/>
            <pc:sldMk cId="3961512347" sldId="271"/>
            <ac:cxnSpMk id="18" creationId="{C98F46F8-A345-1927-3F49-75CE8FE07D94}"/>
          </ac:cxnSpMkLst>
        </pc:cxnChg>
        <pc:cxnChg chg="add mod">
          <ac:chgData name="Christian Villanueva" userId="9367907e4847b616" providerId="LiveId" clId="{F1001540-7C7A-4589-9B96-C81874AC31F2}" dt="2023-11-04T06:32:31.667" v="5870" actId="14100"/>
          <ac:cxnSpMkLst>
            <pc:docMk/>
            <pc:sldMk cId="3961512347" sldId="271"/>
            <ac:cxnSpMk id="21" creationId="{B575F739-EB0B-433B-615F-87ED5F91A897}"/>
          </ac:cxnSpMkLst>
        </pc:cxnChg>
        <pc:cxnChg chg="add mod">
          <ac:chgData name="Christian Villanueva" userId="9367907e4847b616" providerId="LiveId" clId="{F1001540-7C7A-4589-9B96-C81874AC31F2}" dt="2023-11-04T06:33:16.164" v="5902" actId="14100"/>
          <ac:cxnSpMkLst>
            <pc:docMk/>
            <pc:sldMk cId="3961512347" sldId="271"/>
            <ac:cxnSpMk id="25" creationId="{0D5D9C5E-B451-48BE-12A1-9DCEF0795C80}"/>
          </ac:cxnSpMkLst>
        </pc:cxnChg>
        <pc:cxnChg chg="add mod">
          <ac:chgData name="Christian Villanueva" userId="9367907e4847b616" providerId="LiveId" clId="{F1001540-7C7A-4589-9B96-C81874AC31F2}" dt="2023-11-04T06:33:55.979" v="5966" actId="14100"/>
          <ac:cxnSpMkLst>
            <pc:docMk/>
            <pc:sldMk cId="3961512347" sldId="271"/>
            <ac:cxnSpMk id="30" creationId="{3AB82B06-2345-EEFD-A8F6-7530EC40831F}"/>
          </ac:cxnSpMkLst>
        </pc:cxnChg>
      </pc:sldChg>
      <pc:sldChg chg="addSp delSp modSp add mod">
        <pc:chgData name="Christian Villanueva" userId="9367907e4847b616" providerId="LiveId" clId="{F1001540-7C7A-4589-9B96-C81874AC31F2}" dt="2023-11-04T06:55:47.461" v="6472" actId="20577"/>
        <pc:sldMkLst>
          <pc:docMk/>
          <pc:sldMk cId="1178044164" sldId="272"/>
        </pc:sldMkLst>
        <pc:spChg chg="mod">
          <ac:chgData name="Christian Villanueva" userId="9367907e4847b616" providerId="LiveId" clId="{F1001540-7C7A-4589-9B96-C81874AC31F2}" dt="2023-11-04T06:49:36.837" v="6209" actId="20577"/>
          <ac:spMkLst>
            <pc:docMk/>
            <pc:sldMk cId="1178044164" sldId="272"/>
            <ac:spMk id="2" creationId="{86705015-20EE-35FE-01D6-B865C6688E52}"/>
          </ac:spMkLst>
        </pc:spChg>
        <pc:spChg chg="add mod">
          <ac:chgData name="Christian Villanueva" userId="9367907e4847b616" providerId="LiveId" clId="{F1001540-7C7A-4589-9B96-C81874AC31F2}" dt="2023-11-04T06:55:47.461" v="6472" actId="20577"/>
          <ac:spMkLst>
            <pc:docMk/>
            <pc:sldMk cId="1178044164" sldId="272"/>
            <ac:spMk id="3" creationId="{EA6B5341-BD2F-8E36-D25B-C2A2B4D7C0B8}"/>
          </ac:spMkLst>
        </pc:spChg>
        <pc:spChg chg="mod">
          <ac:chgData name="Christian Villanueva" userId="9367907e4847b616" providerId="LiveId" clId="{F1001540-7C7A-4589-9B96-C81874AC31F2}" dt="2023-11-04T06:51:02.216" v="6327" actId="20577"/>
          <ac:spMkLst>
            <pc:docMk/>
            <pc:sldMk cId="1178044164" sldId="272"/>
            <ac:spMk id="13" creationId="{A3A502E6-BB33-B6AA-9918-FE9FE8242F83}"/>
          </ac:spMkLst>
        </pc:spChg>
        <pc:spChg chg="del">
          <ac:chgData name="Christian Villanueva" userId="9367907e4847b616" providerId="LiveId" clId="{F1001540-7C7A-4589-9B96-C81874AC31F2}" dt="2023-11-04T06:49:44.615" v="6210" actId="478"/>
          <ac:spMkLst>
            <pc:docMk/>
            <pc:sldMk cId="1178044164" sldId="272"/>
            <ac:spMk id="17" creationId="{5E6D14C0-7D53-6A4D-9283-B4804125BD51}"/>
          </ac:spMkLst>
        </pc:spChg>
        <pc:spChg chg="del">
          <ac:chgData name="Christian Villanueva" userId="9367907e4847b616" providerId="LiveId" clId="{F1001540-7C7A-4589-9B96-C81874AC31F2}" dt="2023-11-04T06:49:45.735" v="6211" actId="478"/>
          <ac:spMkLst>
            <pc:docMk/>
            <pc:sldMk cId="1178044164" sldId="272"/>
            <ac:spMk id="24" creationId="{94355A0F-2B9E-CA5E-3F19-915C940FC5CA}"/>
          </ac:spMkLst>
        </pc:spChg>
        <pc:spChg chg="del">
          <ac:chgData name="Christian Villanueva" userId="9367907e4847b616" providerId="LiveId" clId="{F1001540-7C7A-4589-9B96-C81874AC31F2}" dt="2023-11-04T06:49:46.950" v="6212" actId="478"/>
          <ac:spMkLst>
            <pc:docMk/>
            <pc:sldMk cId="1178044164" sldId="272"/>
            <ac:spMk id="29" creationId="{166BAF03-3582-2CE7-CF69-4A26686F29D3}"/>
          </ac:spMkLst>
        </pc:spChg>
        <pc:spChg chg="del">
          <ac:chgData name="Christian Villanueva" userId="9367907e4847b616" providerId="LiveId" clId="{F1001540-7C7A-4589-9B96-C81874AC31F2}" dt="2023-11-04T06:49:48.835" v="6213" actId="478"/>
          <ac:spMkLst>
            <pc:docMk/>
            <pc:sldMk cId="1178044164" sldId="272"/>
            <ac:spMk id="33" creationId="{D78416D4-94E4-540C-9457-E3BE9B610293}"/>
          </ac:spMkLst>
        </pc:spChg>
        <pc:cxnChg chg="del">
          <ac:chgData name="Christian Villanueva" userId="9367907e4847b616" providerId="LiveId" clId="{F1001540-7C7A-4589-9B96-C81874AC31F2}" dt="2023-11-04T06:49:53.019" v="6218" actId="478"/>
          <ac:cxnSpMkLst>
            <pc:docMk/>
            <pc:sldMk cId="1178044164" sldId="272"/>
            <ac:cxnSpMk id="15" creationId="{4DC09846-1A3B-8730-ADDF-13E20DA0A5A4}"/>
          </ac:cxnSpMkLst>
        </pc:cxnChg>
        <pc:cxnChg chg="del">
          <ac:chgData name="Christian Villanueva" userId="9367907e4847b616" providerId="LiveId" clId="{F1001540-7C7A-4589-9B96-C81874AC31F2}" dt="2023-11-04T06:49:52.292" v="6217" actId="478"/>
          <ac:cxnSpMkLst>
            <pc:docMk/>
            <pc:sldMk cId="1178044164" sldId="272"/>
            <ac:cxnSpMk id="18" creationId="{C98F46F8-A345-1927-3F49-75CE8FE07D94}"/>
          </ac:cxnSpMkLst>
        </pc:cxnChg>
        <pc:cxnChg chg="del">
          <ac:chgData name="Christian Villanueva" userId="9367907e4847b616" providerId="LiveId" clId="{F1001540-7C7A-4589-9B96-C81874AC31F2}" dt="2023-11-04T06:49:51.841" v="6216" actId="478"/>
          <ac:cxnSpMkLst>
            <pc:docMk/>
            <pc:sldMk cId="1178044164" sldId="272"/>
            <ac:cxnSpMk id="21" creationId="{B575F739-EB0B-433B-615F-87ED5F91A897}"/>
          </ac:cxnSpMkLst>
        </pc:cxnChg>
        <pc:cxnChg chg="del">
          <ac:chgData name="Christian Villanueva" userId="9367907e4847b616" providerId="LiveId" clId="{F1001540-7C7A-4589-9B96-C81874AC31F2}" dt="2023-11-04T06:49:50.903" v="6215" actId="478"/>
          <ac:cxnSpMkLst>
            <pc:docMk/>
            <pc:sldMk cId="1178044164" sldId="272"/>
            <ac:cxnSpMk id="25" creationId="{0D5D9C5E-B451-48BE-12A1-9DCEF0795C80}"/>
          </ac:cxnSpMkLst>
        </pc:cxnChg>
        <pc:cxnChg chg="del">
          <ac:chgData name="Christian Villanueva" userId="9367907e4847b616" providerId="LiveId" clId="{F1001540-7C7A-4589-9B96-C81874AC31F2}" dt="2023-11-04T06:49:49.646" v="6214" actId="478"/>
          <ac:cxnSpMkLst>
            <pc:docMk/>
            <pc:sldMk cId="1178044164" sldId="272"/>
            <ac:cxnSpMk id="30" creationId="{3AB82B06-2345-EEFD-A8F6-7530EC40831F}"/>
          </ac:cxnSpMkLst>
        </pc:cxnChg>
      </pc:sldChg>
    </pc:docChg>
  </pc:docChgLst>
  <pc:docChgLst>
    <pc:chgData name="Christian Villanueva" userId="9367907e4847b616" providerId="LiveId" clId="{76623A64-E5A0-41E7-A574-6CED893A8DF0}"/>
    <pc:docChg chg="undo custSel addSld delSld modSld sldOrd">
      <pc:chgData name="Christian Villanueva" userId="9367907e4847b616" providerId="LiveId" clId="{76623A64-E5A0-41E7-A574-6CED893A8DF0}" dt="2023-09-06T22:21:52.451" v="1556" actId="732"/>
      <pc:docMkLst>
        <pc:docMk/>
      </pc:docMkLst>
      <pc:sldChg chg="modSp mod">
        <pc:chgData name="Christian Villanueva" userId="9367907e4847b616" providerId="LiveId" clId="{76623A64-E5A0-41E7-A574-6CED893A8DF0}" dt="2023-09-06T16:20:15.986" v="7" actId="20577"/>
        <pc:sldMkLst>
          <pc:docMk/>
          <pc:sldMk cId="2517860399" sldId="256"/>
        </pc:sldMkLst>
        <pc:spChg chg="mod">
          <ac:chgData name="Christian Villanueva" userId="9367907e4847b616" providerId="LiveId" clId="{76623A64-E5A0-41E7-A574-6CED893A8DF0}" dt="2023-09-06T16:20:15.986" v="7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modSp mod">
        <pc:chgData name="Christian Villanueva" userId="9367907e4847b616" providerId="LiveId" clId="{76623A64-E5A0-41E7-A574-6CED893A8DF0}" dt="2023-09-06T16:37:19.717" v="370" actId="20577"/>
        <pc:sldMkLst>
          <pc:docMk/>
          <pc:sldMk cId="1457034104" sldId="257"/>
        </pc:sldMkLst>
        <pc:spChg chg="mod">
          <ac:chgData name="Christian Villanueva" userId="9367907e4847b616" providerId="LiveId" clId="{76623A64-E5A0-41E7-A574-6CED893A8DF0}" dt="2023-09-06T16:22:12.789" v="56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76623A64-E5A0-41E7-A574-6CED893A8DF0}" dt="2023-09-06T16:33:08.781" v="258" actId="27636"/>
          <ac:spMkLst>
            <pc:docMk/>
            <pc:sldMk cId="1457034104" sldId="257"/>
            <ac:spMk id="3" creationId="{01D8EAC6-B22C-71F3-4A0A-C98523B1A82F}"/>
          </ac:spMkLst>
        </pc:spChg>
        <pc:spChg chg="add mod">
          <ac:chgData name="Christian Villanueva" userId="9367907e4847b616" providerId="LiveId" clId="{76623A64-E5A0-41E7-A574-6CED893A8DF0}" dt="2023-09-06T16:26:20.829" v="108" actId="1076"/>
          <ac:spMkLst>
            <pc:docMk/>
            <pc:sldMk cId="1457034104" sldId="257"/>
            <ac:spMk id="5" creationId="{7A5F5ED0-677C-F76E-48E3-459D85569203}"/>
          </ac:spMkLst>
        </pc:spChg>
        <pc:spChg chg="add mod">
          <ac:chgData name="Christian Villanueva" userId="9367907e4847b616" providerId="LiveId" clId="{76623A64-E5A0-41E7-A574-6CED893A8DF0}" dt="2023-09-06T16:33:40.337" v="300" actId="1076"/>
          <ac:spMkLst>
            <pc:docMk/>
            <pc:sldMk cId="1457034104" sldId="257"/>
            <ac:spMk id="9" creationId="{67CE1DC6-26F4-AB53-5275-7C1A257D7217}"/>
          </ac:spMkLst>
        </pc:spChg>
        <pc:spChg chg="add mod">
          <ac:chgData name="Christian Villanueva" userId="9367907e4847b616" providerId="LiveId" clId="{76623A64-E5A0-41E7-A574-6CED893A8DF0}" dt="2023-09-06T16:35:06.346" v="321" actId="20577"/>
          <ac:spMkLst>
            <pc:docMk/>
            <pc:sldMk cId="1457034104" sldId="257"/>
            <ac:spMk id="15" creationId="{97B91EAD-6C05-A8E9-F9B2-05B596CFEAC1}"/>
          </ac:spMkLst>
        </pc:spChg>
        <pc:spChg chg="add mod">
          <ac:chgData name="Christian Villanueva" userId="9367907e4847b616" providerId="LiveId" clId="{76623A64-E5A0-41E7-A574-6CED893A8DF0}" dt="2023-09-06T16:35:52.330" v="356" actId="20577"/>
          <ac:spMkLst>
            <pc:docMk/>
            <pc:sldMk cId="1457034104" sldId="257"/>
            <ac:spMk id="18" creationId="{A5EA126A-DFEF-3DC5-B982-05F226EE7C3F}"/>
          </ac:spMkLst>
        </pc:spChg>
        <pc:spChg chg="add mod">
          <ac:chgData name="Christian Villanueva" userId="9367907e4847b616" providerId="LiveId" clId="{76623A64-E5A0-41E7-A574-6CED893A8DF0}" dt="2023-09-06T16:37:19.717" v="370" actId="20577"/>
          <ac:spMkLst>
            <pc:docMk/>
            <pc:sldMk cId="1457034104" sldId="257"/>
            <ac:spMk id="20" creationId="{17D5B3F5-91DD-F7E3-7A0F-A92D5A547E11}"/>
          </ac:spMkLst>
        </pc:spChg>
        <pc:picChg chg="add mod">
          <ac:chgData name="Christian Villanueva" userId="9367907e4847b616" providerId="LiveId" clId="{76623A64-E5A0-41E7-A574-6CED893A8DF0}" dt="2023-09-06T16:33:50.098" v="305" actId="1076"/>
          <ac:picMkLst>
            <pc:docMk/>
            <pc:sldMk cId="1457034104" sldId="257"/>
            <ac:picMk id="7" creationId="{5062B967-BBBB-959B-A801-1177A876B265}"/>
          </ac:picMkLst>
        </pc:picChg>
        <pc:picChg chg="add mod">
          <ac:chgData name="Christian Villanueva" userId="9367907e4847b616" providerId="LiveId" clId="{76623A64-E5A0-41E7-A574-6CED893A8DF0}" dt="2023-09-06T16:34:57.281" v="310" actId="1076"/>
          <ac:picMkLst>
            <pc:docMk/>
            <pc:sldMk cId="1457034104" sldId="257"/>
            <ac:picMk id="13" creationId="{C9AD27D6-55CC-1EC8-A8A0-FCE34B955FFB}"/>
          </ac:picMkLst>
        </pc:picChg>
        <pc:picChg chg="add mod">
          <ac:chgData name="Christian Villanueva" userId="9367907e4847b616" providerId="LiveId" clId="{76623A64-E5A0-41E7-A574-6CED893A8DF0}" dt="2023-09-06T16:35:40.921" v="324" actId="14826"/>
          <ac:picMkLst>
            <pc:docMk/>
            <pc:sldMk cId="1457034104" sldId="257"/>
            <ac:picMk id="17" creationId="{6F2A0970-446B-87DB-C7EA-5B5FB642DC55}"/>
          </ac:picMkLst>
        </pc:picChg>
        <pc:picChg chg="add mod">
          <ac:chgData name="Christian Villanueva" userId="9367907e4847b616" providerId="LiveId" clId="{76623A64-E5A0-41E7-A574-6CED893A8DF0}" dt="2023-09-06T16:37:09.995" v="359" actId="14826"/>
          <ac:picMkLst>
            <pc:docMk/>
            <pc:sldMk cId="1457034104" sldId="257"/>
            <ac:picMk id="19" creationId="{126BF74E-3AD2-FD57-8AAC-68A8DBA1D9AC}"/>
          </ac:picMkLst>
        </pc:picChg>
      </pc:sldChg>
      <pc:sldChg chg="addSp delSp modSp mod">
        <pc:chgData name="Christian Villanueva" userId="9367907e4847b616" providerId="LiveId" clId="{76623A64-E5A0-41E7-A574-6CED893A8DF0}" dt="2023-09-06T17:09:59.629" v="436"/>
        <pc:sldMkLst>
          <pc:docMk/>
          <pc:sldMk cId="3585331426" sldId="258"/>
        </pc:sldMkLst>
        <pc:spChg chg="mod">
          <ac:chgData name="Christian Villanueva" userId="9367907e4847b616" providerId="LiveId" clId="{76623A64-E5A0-41E7-A574-6CED893A8DF0}" dt="2023-09-06T17:04:59.729" v="382" actId="20577"/>
          <ac:spMkLst>
            <pc:docMk/>
            <pc:sldMk cId="3585331426" sldId="258"/>
            <ac:spMk id="2" creationId="{30BB7B13-C3E6-C349-F125-30B9BDA130F9}"/>
          </ac:spMkLst>
        </pc:spChg>
        <pc:spChg chg="add del mod">
          <ac:chgData name="Christian Villanueva" userId="9367907e4847b616" providerId="LiveId" clId="{76623A64-E5A0-41E7-A574-6CED893A8DF0}" dt="2023-09-06T17:08:03.891" v="384" actId="931"/>
          <ac:spMkLst>
            <pc:docMk/>
            <pc:sldMk cId="3585331426" sldId="258"/>
            <ac:spMk id="4" creationId="{7B517FA2-3507-0CEB-0601-F6C4A2AA055B}"/>
          </ac:spMkLst>
        </pc:spChg>
        <pc:spChg chg="add mod">
          <ac:chgData name="Christian Villanueva" userId="9367907e4847b616" providerId="LiveId" clId="{76623A64-E5A0-41E7-A574-6CED893A8DF0}" dt="2023-09-06T17:08:39.923" v="393" actId="1076"/>
          <ac:spMkLst>
            <pc:docMk/>
            <pc:sldMk cId="3585331426" sldId="258"/>
            <ac:spMk id="9" creationId="{8AD70CE8-D297-DE96-7BFA-6E383775E086}"/>
          </ac:spMkLst>
        </pc:spChg>
        <pc:spChg chg="add mod">
          <ac:chgData name="Christian Villanueva" userId="9367907e4847b616" providerId="LiveId" clId="{76623A64-E5A0-41E7-A574-6CED893A8DF0}" dt="2023-09-06T17:09:28.934" v="423" actId="14100"/>
          <ac:spMkLst>
            <pc:docMk/>
            <pc:sldMk cId="3585331426" sldId="258"/>
            <ac:spMk id="10" creationId="{D0299406-C9C2-8EDF-5C25-F2E4FA76CBF9}"/>
          </ac:spMkLst>
        </pc:spChg>
        <pc:spChg chg="add mod">
          <ac:chgData name="Christian Villanueva" userId="9367907e4847b616" providerId="LiveId" clId="{76623A64-E5A0-41E7-A574-6CED893A8DF0}" dt="2023-09-06T17:09:59.629" v="436"/>
          <ac:spMkLst>
            <pc:docMk/>
            <pc:sldMk cId="3585331426" sldId="258"/>
            <ac:spMk id="11" creationId="{0ACA774E-CCA6-2AEA-7B68-3C481E49253D}"/>
          </ac:spMkLst>
        </pc:spChg>
        <pc:graphicFrameChg chg="del">
          <ac:chgData name="Christian Villanueva" userId="9367907e4847b616" providerId="LiveId" clId="{76623A64-E5A0-41E7-A574-6CED893A8DF0}" dt="2023-09-06T17:05:07.427" v="383" actId="478"/>
          <ac:graphicFrameMkLst>
            <pc:docMk/>
            <pc:sldMk cId="3585331426" sldId="258"/>
            <ac:graphicFrameMk id="18" creationId="{0B7E6D65-2BF5-3A79-94B3-B21D6BE0B1AF}"/>
          </ac:graphicFrameMkLst>
        </pc:graphicFrameChg>
        <pc:picChg chg="add mod">
          <ac:chgData name="Christian Villanueva" userId="9367907e4847b616" providerId="LiveId" clId="{76623A64-E5A0-41E7-A574-6CED893A8DF0}" dt="2023-09-06T17:08:42.769" v="395" actId="1076"/>
          <ac:picMkLst>
            <pc:docMk/>
            <pc:sldMk cId="3585331426" sldId="258"/>
            <ac:picMk id="6" creationId="{5A345408-FFFA-6533-9D8E-DF350C9DDB35}"/>
          </ac:picMkLst>
        </pc:picChg>
        <pc:picChg chg="add mod">
          <ac:chgData name="Christian Villanueva" userId="9367907e4847b616" providerId="LiveId" clId="{76623A64-E5A0-41E7-A574-6CED893A8DF0}" dt="2023-09-06T17:08:41.557" v="394" actId="1076"/>
          <ac:picMkLst>
            <pc:docMk/>
            <pc:sldMk cId="3585331426" sldId="258"/>
            <ac:picMk id="8" creationId="{52670F26-E60E-9ECE-3649-DC5729338E53}"/>
          </ac:picMkLst>
        </pc:picChg>
      </pc:sldChg>
      <pc:sldChg chg="del">
        <pc:chgData name="Christian Villanueva" userId="9367907e4847b616" providerId="LiveId" clId="{76623A64-E5A0-41E7-A574-6CED893A8DF0}" dt="2023-09-06T21:11:41.106" v="1402" actId="47"/>
        <pc:sldMkLst>
          <pc:docMk/>
          <pc:sldMk cId="1779159929" sldId="260"/>
        </pc:sldMkLst>
      </pc:sldChg>
      <pc:sldChg chg="addSp delSp modSp add mod">
        <pc:chgData name="Christian Villanueva" userId="9367907e4847b616" providerId="LiveId" clId="{76623A64-E5A0-41E7-A574-6CED893A8DF0}" dt="2023-09-06T22:21:52.451" v="1556" actId="732"/>
        <pc:sldMkLst>
          <pc:docMk/>
          <pc:sldMk cId="2624436072" sldId="261"/>
        </pc:sldMkLst>
        <pc:spChg chg="mod">
          <ac:chgData name="Christian Villanueva" userId="9367907e4847b616" providerId="LiveId" clId="{76623A64-E5A0-41E7-A574-6CED893A8DF0}" dt="2023-09-06T20:36:32.261" v="475" actId="20577"/>
          <ac:spMkLst>
            <pc:docMk/>
            <pc:sldMk cId="2624436072" sldId="261"/>
            <ac:spMk id="2" creationId="{30BB7B13-C3E6-C349-F125-30B9BDA130F9}"/>
          </ac:spMkLst>
        </pc:spChg>
        <pc:spChg chg="add del mod">
          <ac:chgData name="Christian Villanueva" userId="9367907e4847b616" providerId="LiveId" clId="{76623A64-E5A0-41E7-A574-6CED893A8DF0}" dt="2023-09-06T20:35:56.753" v="439" actId="478"/>
          <ac:spMkLst>
            <pc:docMk/>
            <pc:sldMk cId="2624436072" sldId="261"/>
            <ac:spMk id="4" creationId="{7CFB527A-40AF-FD9E-50DC-EDD8A840D60A}"/>
          </ac:spMkLst>
        </pc:spChg>
        <pc:spChg chg="del">
          <ac:chgData name="Christian Villanueva" userId="9367907e4847b616" providerId="LiveId" clId="{76623A64-E5A0-41E7-A574-6CED893A8DF0}" dt="2023-09-06T20:36:00.023" v="441" actId="478"/>
          <ac:spMkLst>
            <pc:docMk/>
            <pc:sldMk cId="2624436072" sldId="261"/>
            <ac:spMk id="9" creationId="{8AD70CE8-D297-DE96-7BFA-6E383775E086}"/>
          </ac:spMkLst>
        </pc:spChg>
        <pc:spChg chg="del">
          <ac:chgData name="Christian Villanueva" userId="9367907e4847b616" providerId="LiveId" clId="{76623A64-E5A0-41E7-A574-6CED893A8DF0}" dt="2023-09-06T20:35:59.413" v="440" actId="478"/>
          <ac:spMkLst>
            <pc:docMk/>
            <pc:sldMk cId="2624436072" sldId="261"/>
            <ac:spMk id="10" creationId="{D0299406-C9C2-8EDF-5C25-F2E4FA76CBF9}"/>
          </ac:spMkLst>
        </pc:spChg>
        <pc:spChg chg="del">
          <ac:chgData name="Christian Villanueva" userId="9367907e4847b616" providerId="LiveId" clId="{76623A64-E5A0-41E7-A574-6CED893A8DF0}" dt="2023-09-06T20:36:03.063" v="443" actId="478"/>
          <ac:spMkLst>
            <pc:docMk/>
            <pc:sldMk cId="2624436072" sldId="261"/>
            <ac:spMk id="11" creationId="{0ACA774E-CCA6-2AEA-7B68-3C481E49253D}"/>
          </ac:spMkLst>
        </pc:spChg>
        <pc:spChg chg="add mod">
          <ac:chgData name="Christian Villanueva" userId="9367907e4847b616" providerId="LiveId" clId="{76623A64-E5A0-41E7-A574-6CED893A8DF0}" dt="2023-09-06T20:43:24.312" v="1305" actId="13926"/>
          <ac:spMkLst>
            <pc:docMk/>
            <pc:sldMk cId="2624436072" sldId="261"/>
            <ac:spMk id="12" creationId="{B70E87BD-7FBC-17A2-A34F-6A1339189146}"/>
          </ac:spMkLst>
        </pc:spChg>
        <pc:picChg chg="del">
          <ac:chgData name="Christian Villanueva" userId="9367907e4847b616" providerId="LiveId" clId="{76623A64-E5A0-41E7-A574-6CED893A8DF0}" dt="2023-09-06T20:35:54.884" v="438" actId="478"/>
          <ac:picMkLst>
            <pc:docMk/>
            <pc:sldMk cId="2624436072" sldId="261"/>
            <ac:picMk id="6" creationId="{5A345408-FFFA-6533-9D8E-DF350C9DDB35}"/>
          </ac:picMkLst>
        </pc:picChg>
        <pc:picChg chg="add mod modCrop">
          <ac:chgData name="Christian Villanueva" userId="9367907e4847b616" providerId="LiveId" clId="{76623A64-E5A0-41E7-A574-6CED893A8DF0}" dt="2023-09-06T22:21:52.451" v="1556" actId="732"/>
          <ac:picMkLst>
            <pc:docMk/>
            <pc:sldMk cId="2624436072" sldId="261"/>
            <ac:picMk id="7" creationId="{C4E3CA5A-8D35-E380-36E0-DA0580885013}"/>
          </ac:picMkLst>
        </pc:picChg>
        <pc:picChg chg="del">
          <ac:chgData name="Christian Villanueva" userId="9367907e4847b616" providerId="LiveId" clId="{76623A64-E5A0-41E7-A574-6CED893A8DF0}" dt="2023-09-06T20:36:01.454" v="442" actId="478"/>
          <ac:picMkLst>
            <pc:docMk/>
            <pc:sldMk cId="2624436072" sldId="261"/>
            <ac:picMk id="8" creationId="{52670F26-E60E-9ECE-3649-DC5729338E53}"/>
          </ac:picMkLst>
        </pc:picChg>
      </pc:sldChg>
      <pc:sldChg chg="delSp modSp add mod">
        <pc:chgData name="Christian Villanueva" userId="9367907e4847b616" providerId="LiveId" clId="{76623A64-E5A0-41E7-A574-6CED893A8DF0}" dt="2023-09-06T21:05:43.290" v="1401" actId="478"/>
        <pc:sldMkLst>
          <pc:docMk/>
          <pc:sldMk cId="232242528" sldId="262"/>
        </pc:sldMkLst>
        <pc:spChg chg="mod">
          <ac:chgData name="Christian Villanueva" userId="9367907e4847b616" providerId="LiveId" clId="{76623A64-E5A0-41E7-A574-6CED893A8DF0}" dt="2023-09-06T20:54:37.810" v="1378" actId="20577"/>
          <ac:spMkLst>
            <pc:docMk/>
            <pc:sldMk cId="232242528" sldId="262"/>
            <ac:spMk id="2" creationId="{86705015-20EE-35FE-01D6-B865C6688E52}"/>
          </ac:spMkLst>
        </pc:spChg>
        <pc:spChg chg="mod">
          <ac:chgData name="Christian Villanueva" userId="9367907e4847b616" providerId="LiveId" clId="{76623A64-E5A0-41E7-A574-6CED893A8DF0}" dt="2023-09-06T21:05:37.924" v="1400" actId="1076"/>
          <ac:spMkLst>
            <pc:docMk/>
            <pc:sldMk cId="232242528" sldId="262"/>
            <ac:spMk id="3" creationId="{01D8EAC6-B22C-71F3-4A0A-C98523B1A82F}"/>
          </ac:spMkLst>
        </pc:spChg>
        <pc:spChg chg="del">
          <ac:chgData name="Christian Villanueva" userId="9367907e4847b616" providerId="LiveId" clId="{76623A64-E5A0-41E7-A574-6CED893A8DF0}" dt="2023-09-06T21:05:43.290" v="1401" actId="478"/>
          <ac:spMkLst>
            <pc:docMk/>
            <pc:sldMk cId="232242528" sldId="262"/>
            <ac:spMk id="5" creationId="{7A5F5ED0-677C-F76E-48E3-459D85569203}"/>
          </ac:spMkLst>
        </pc:spChg>
        <pc:spChg chg="del">
          <ac:chgData name="Christian Villanueva" userId="9367907e4847b616" providerId="LiveId" clId="{76623A64-E5A0-41E7-A574-6CED893A8DF0}" dt="2023-09-06T20:54:15.863" v="1358" actId="478"/>
          <ac:spMkLst>
            <pc:docMk/>
            <pc:sldMk cId="232242528" sldId="262"/>
            <ac:spMk id="9" creationId="{67CE1DC6-26F4-AB53-5275-7C1A257D7217}"/>
          </ac:spMkLst>
        </pc:spChg>
        <pc:spChg chg="del">
          <ac:chgData name="Christian Villanueva" userId="9367907e4847b616" providerId="LiveId" clId="{76623A64-E5A0-41E7-A574-6CED893A8DF0}" dt="2023-09-06T20:54:17.052" v="1359" actId="478"/>
          <ac:spMkLst>
            <pc:docMk/>
            <pc:sldMk cId="232242528" sldId="262"/>
            <ac:spMk id="15" creationId="{97B91EAD-6C05-A8E9-F9B2-05B596CFEAC1}"/>
          </ac:spMkLst>
        </pc:spChg>
        <pc:spChg chg="del mod">
          <ac:chgData name="Christian Villanueva" userId="9367907e4847b616" providerId="LiveId" clId="{76623A64-E5A0-41E7-A574-6CED893A8DF0}" dt="2023-09-06T20:54:22.347" v="1364" actId="478"/>
          <ac:spMkLst>
            <pc:docMk/>
            <pc:sldMk cId="232242528" sldId="262"/>
            <ac:spMk id="18" creationId="{A5EA126A-DFEF-3DC5-B982-05F226EE7C3F}"/>
          </ac:spMkLst>
        </pc:spChg>
        <pc:spChg chg="del">
          <ac:chgData name="Christian Villanueva" userId="9367907e4847b616" providerId="LiveId" clId="{76623A64-E5A0-41E7-A574-6CED893A8DF0}" dt="2023-09-06T20:54:23.461" v="1365" actId="478"/>
          <ac:spMkLst>
            <pc:docMk/>
            <pc:sldMk cId="232242528" sldId="262"/>
            <ac:spMk id="20" creationId="{17D5B3F5-91DD-F7E3-7A0F-A92D5A547E11}"/>
          </ac:spMkLst>
        </pc:spChg>
        <pc:picChg chg="del">
          <ac:chgData name="Christian Villanueva" userId="9367907e4847b616" providerId="LiveId" clId="{76623A64-E5A0-41E7-A574-6CED893A8DF0}" dt="2023-09-06T20:54:14.158" v="1357" actId="478"/>
          <ac:picMkLst>
            <pc:docMk/>
            <pc:sldMk cId="232242528" sldId="262"/>
            <ac:picMk id="7" creationId="{5062B967-BBBB-959B-A801-1177A876B265}"/>
          </ac:picMkLst>
        </pc:picChg>
        <pc:picChg chg="del">
          <ac:chgData name="Christian Villanueva" userId="9367907e4847b616" providerId="LiveId" clId="{76623A64-E5A0-41E7-A574-6CED893A8DF0}" dt="2023-09-06T20:54:17.469" v="1360" actId="478"/>
          <ac:picMkLst>
            <pc:docMk/>
            <pc:sldMk cId="232242528" sldId="262"/>
            <ac:picMk id="13" creationId="{C9AD27D6-55CC-1EC8-A8A0-FCE34B955FFB}"/>
          </ac:picMkLst>
        </pc:picChg>
        <pc:picChg chg="del">
          <ac:chgData name="Christian Villanueva" userId="9367907e4847b616" providerId="LiveId" clId="{76623A64-E5A0-41E7-A574-6CED893A8DF0}" dt="2023-09-06T20:54:18.326" v="1361" actId="478"/>
          <ac:picMkLst>
            <pc:docMk/>
            <pc:sldMk cId="232242528" sldId="262"/>
            <ac:picMk id="17" creationId="{6F2A0970-446B-87DB-C7EA-5B5FB642DC55}"/>
          </ac:picMkLst>
        </pc:picChg>
        <pc:picChg chg="del">
          <ac:chgData name="Christian Villanueva" userId="9367907e4847b616" providerId="LiveId" clId="{76623A64-E5A0-41E7-A574-6CED893A8DF0}" dt="2023-09-06T20:54:18.864" v="1362" actId="478"/>
          <ac:picMkLst>
            <pc:docMk/>
            <pc:sldMk cId="232242528" sldId="262"/>
            <ac:picMk id="19" creationId="{126BF74E-3AD2-FD57-8AAC-68A8DBA1D9AC}"/>
          </ac:picMkLst>
        </pc:picChg>
      </pc:sldChg>
      <pc:sldChg chg="addSp delSp modSp add mod ord">
        <pc:chgData name="Christian Villanueva" userId="9367907e4847b616" providerId="LiveId" clId="{76623A64-E5A0-41E7-A574-6CED893A8DF0}" dt="2023-09-06T22:19:40.758" v="1555" actId="208"/>
        <pc:sldMkLst>
          <pc:docMk/>
          <pc:sldMk cId="3847393514" sldId="263"/>
        </pc:sldMkLst>
        <pc:spChg chg="mod">
          <ac:chgData name="Christian Villanueva" userId="9367907e4847b616" providerId="LiveId" clId="{76623A64-E5A0-41E7-A574-6CED893A8DF0}" dt="2023-09-06T22:09:46.281" v="1430" actId="20577"/>
          <ac:spMkLst>
            <pc:docMk/>
            <pc:sldMk cId="3847393514" sldId="263"/>
            <ac:spMk id="2" creationId="{30BB7B13-C3E6-C349-F125-30B9BDA130F9}"/>
          </ac:spMkLst>
        </pc:spChg>
        <pc:spChg chg="add mod">
          <ac:chgData name="Christian Villanueva" userId="9367907e4847b616" providerId="LiveId" clId="{76623A64-E5A0-41E7-A574-6CED893A8DF0}" dt="2023-09-06T22:15:43.711" v="1489" actId="1076"/>
          <ac:spMkLst>
            <pc:docMk/>
            <pc:sldMk cId="3847393514" sldId="263"/>
            <ac:spMk id="9" creationId="{F05E6402-CCAF-5BC9-6D85-6CFD1E8EA071}"/>
          </ac:spMkLst>
        </pc:spChg>
        <pc:spChg chg="del">
          <ac:chgData name="Christian Villanueva" userId="9367907e4847b616" providerId="LiveId" clId="{76623A64-E5A0-41E7-A574-6CED893A8DF0}" dt="2023-09-06T22:09:50.093" v="1432" actId="478"/>
          <ac:spMkLst>
            <pc:docMk/>
            <pc:sldMk cId="3847393514" sldId="263"/>
            <ac:spMk id="12" creationId="{B70E87BD-7FBC-17A2-A34F-6A1339189146}"/>
          </ac:spMkLst>
        </pc:spChg>
        <pc:spChg chg="add mod">
          <ac:chgData name="Christian Villanueva" userId="9367907e4847b616" providerId="LiveId" clId="{76623A64-E5A0-41E7-A574-6CED893A8DF0}" dt="2023-09-06T22:17:02.090" v="1510" actId="20577"/>
          <ac:spMkLst>
            <pc:docMk/>
            <pc:sldMk cId="3847393514" sldId="263"/>
            <ac:spMk id="13" creationId="{0D0682BE-4F55-494F-E97B-3437A60B950D}"/>
          </ac:spMkLst>
        </pc:spChg>
        <pc:spChg chg="add mod">
          <ac:chgData name="Christian Villanueva" userId="9367907e4847b616" providerId="LiveId" clId="{76623A64-E5A0-41E7-A574-6CED893A8DF0}" dt="2023-09-06T22:17:15.442" v="1523" actId="20577"/>
          <ac:spMkLst>
            <pc:docMk/>
            <pc:sldMk cId="3847393514" sldId="263"/>
            <ac:spMk id="15" creationId="{DB54DC2E-9E1F-FA11-47A3-14BA6E609524}"/>
          </ac:spMkLst>
        </pc:spChg>
        <pc:spChg chg="add mod">
          <ac:chgData name="Christian Villanueva" userId="9367907e4847b616" providerId="LiveId" clId="{76623A64-E5A0-41E7-A574-6CED893A8DF0}" dt="2023-09-06T22:17:30.608" v="1532" actId="20577"/>
          <ac:spMkLst>
            <pc:docMk/>
            <pc:sldMk cId="3847393514" sldId="263"/>
            <ac:spMk id="17" creationId="{84FCBCE8-36B8-B385-B741-B6799E160FA9}"/>
          </ac:spMkLst>
        </pc:spChg>
        <pc:spChg chg="add del mod">
          <ac:chgData name="Christian Villanueva" userId="9367907e4847b616" providerId="LiveId" clId="{76623A64-E5A0-41E7-A574-6CED893A8DF0}" dt="2023-09-06T22:18:59.468" v="1545" actId="478"/>
          <ac:spMkLst>
            <pc:docMk/>
            <pc:sldMk cId="3847393514" sldId="263"/>
            <ac:spMk id="19" creationId="{1F8EE526-3EFE-1D41-4F2D-0340F9BF821C}"/>
          </ac:spMkLst>
        </pc:spChg>
        <pc:spChg chg="add mod">
          <ac:chgData name="Christian Villanueva" userId="9367907e4847b616" providerId="LiveId" clId="{76623A64-E5A0-41E7-A574-6CED893A8DF0}" dt="2023-09-06T22:19:14.052" v="1547" actId="13822"/>
          <ac:spMkLst>
            <pc:docMk/>
            <pc:sldMk cId="3847393514" sldId="263"/>
            <ac:spMk id="20" creationId="{18010B8B-2808-20E8-EF66-02B831C11206}"/>
          </ac:spMkLst>
        </pc:spChg>
        <pc:spChg chg="add mod">
          <ac:chgData name="Christian Villanueva" userId="9367907e4847b616" providerId="LiveId" clId="{76623A64-E5A0-41E7-A574-6CED893A8DF0}" dt="2023-09-06T22:19:19.907" v="1549" actId="1076"/>
          <ac:spMkLst>
            <pc:docMk/>
            <pc:sldMk cId="3847393514" sldId="263"/>
            <ac:spMk id="21" creationId="{CA0F7EAD-6717-A764-71E5-E3C1B219E614}"/>
          </ac:spMkLst>
        </pc:spChg>
        <pc:spChg chg="add mod">
          <ac:chgData name="Christian Villanueva" userId="9367907e4847b616" providerId="LiveId" clId="{76623A64-E5A0-41E7-A574-6CED893A8DF0}" dt="2023-09-06T22:19:25.522" v="1551" actId="1076"/>
          <ac:spMkLst>
            <pc:docMk/>
            <pc:sldMk cId="3847393514" sldId="263"/>
            <ac:spMk id="23" creationId="{526180E0-61EB-E0B9-E060-F0BB745B533B}"/>
          </ac:spMkLst>
        </pc:spChg>
        <pc:picChg chg="add mod">
          <ac:chgData name="Christian Villanueva" userId="9367907e4847b616" providerId="LiveId" clId="{76623A64-E5A0-41E7-A574-6CED893A8DF0}" dt="2023-09-06T22:19:35.476" v="1552" actId="208"/>
          <ac:picMkLst>
            <pc:docMk/>
            <pc:sldMk cId="3847393514" sldId="263"/>
            <ac:picMk id="4" creationId="{362E1408-C5CC-8212-E3DF-1743A3BAA168}"/>
          </ac:picMkLst>
        </pc:picChg>
        <pc:picChg chg="add mod">
          <ac:chgData name="Christian Villanueva" userId="9367907e4847b616" providerId="LiveId" clId="{76623A64-E5A0-41E7-A574-6CED893A8DF0}" dt="2023-09-06T22:19:39.030" v="1554" actId="208"/>
          <ac:picMkLst>
            <pc:docMk/>
            <pc:sldMk cId="3847393514" sldId="263"/>
            <ac:picMk id="5" creationId="{AF5EFB3C-F874-F77E-B458-3DABD34ED6B7}"/>
          </ac:picMkLst>
        </pc:picChg>
        <pc:picChg chg="add mod">
          <ac:chgData name="Christian Villanueva" userId="9367907e4847b616" providerId="LiveId" clId="{76623A64-E5A0-41E7-A574-6CED893A8DF0}" dt="2023-09-06T22:19:40.758" v="1555" actId="208"/>
          <ac:picMkLst>
            <pc:docMk/>
            <pc:sldMk cId="3847393514" sldId="263"/>
            <ac:picMk id="6" creationId="{E1F79420-C488-37E5-7804-9639EC42C03B}"/>
          </ac:picMkLst>
        </pc:picChg>
        <pc:picChg chg="del">
          <ac:chgData name="Christian Villanueva" userId="9367907e4847b616" providerId="LiveId" clId="{76623A64-E5A0-41E7-A574-6CED893A8DF0}" dt="2023-09-06T22:09:48.858" v="1431" actId="478"/>
          <ac:picMkLst>
            <pc:docMk/>
            <pc:sldMk cId="3847393514" sldId="263"/>
            <ac:picMk id="7" creationId="{C4E3CA5A-8D35-E380-36E0-DA0580885013}"/>
          </ac:picMkLst>
        </pc:picChg>
        <pc:picChg chg="add mod">
          <ac:chgData name="Christian Villanueva" userId="9367907e4847b616" providerId="LiveId" clId="{76623A64-E5A0-41E7-A574-6CED893A8DF0}" dt="2023-09-06T22:19:37.291" v="1553" actId="208"/>
          <ac:picMkLst>
            <pc:docMk/>
            <pc:sldMk cId="3847393514" sldId="263"/>
            <ac:picMk id="8" creationId="{77AE4ED1-99BC-EFC3-6DEE-B56F884BB26F}"/>
          </ac:picMkLst>
        </pc:picChg>
        <pc:cxnChg chg="add mod">
          <ac:chgData name="Christian Villanueva" userId="9367907e4847b616" providerId="LiveId" clId="{76623A64-E5A0-41E7-A574-6CED893A8DF0}" dt="2023-09-06T22:15:59.622" v="1491" actId="208"/>
          <ac:cxnSpMkLst>
            <pc:docMk/>
            <pc:sldMk cId="3847393514" sldId="263"/>
            <ac:cxnSpMk id="11" creationId="{571862DC-CA62-5DC2-9BDF-C4A2DD833768}"/>
          </ac:cxnSpMkLst>
        </pc:cxnChg>
        <pc:cxnChg chg="add mod">
          <ac:chgData name="Christian Villanueva" userId="9367907e4847b616" providerId="LiveId" clId="{76623A64-E5A0-41E7-A574-6CED893A8DF0}" dt="2023-09-06T22:16:54.571" v="1499" actId="1076"/>
          <ac:cxnSpMkLst>
            <pc:docMk/>
            <pc:sldMk cId="3847393514" sldId="263"/>
            <ac:cxnSpMk id="14" creationId="{31103850-2769-B6C0-7F0E-0B330ACE2568}"/>
          </ac:cxnSpMkLst>
        </pc:cxnChg>
        <pc:cxnChg chg="add mod">
          <ac:chgData name="Christian Villanueva" userId="9367907e4847b616" providerId="LiveId" clId="{76623A64-E5A0-41E7-A574-6CED893A8DF0}" dt="2023-09-06T22:17:10.690" v="1512" actId="1076"/>
          <ac:cxnSpMkLst>
            <pc:docMk/>
            <pc:sldMk cId="3847393514" sldId="263"/>
            <ac:cxnSpMk id="16" creationId="{E35623CE-EA91-6F4E-8DD5-02D9843993D3}"/>
          </ac:cxnSpMkLst>
        </pc:cxnChg>
        <pc:cxnChg chg="add mod">
          <ac:chgData name="Christian Villanueva" userId="9367907e4847b616" providerId="LiveId" clId="{76623A64-E5A0-41E7-A574-6CED893A8DF0}" dt="2023-09-06T22:17:24.491" v="1525" actId="1076"/>
          <ac:cxnSpMkLst>
            <pc:docMk/>
            <pc:sldMk cId="3847393514" sldId="263"/>
            <ac:cxnSpMk id="18" creationId="{6C1DB281-2839-768D-B140-3487DD0853B0}"/>
          </ac:cxnSpMkLst>
        </pc:cxnChg>
      </pc:sldChg>
    </pc:docChg>
  </pc:docChgLst>
  <pc:docChgLst>
    <pc:chgData name="Christian Villanueva" userId="9367907e4847b616" providerId="LiveId" clId="{B198EFEB-DB61-4B34-927C-A5E2E76F4B26}"/>
    <pc:docChg chg="undo custSel addSld delSld modSld">
      <pc:chgData name="Christian Villanueva" userId="9367907e4847b616" providerId="LiveId" clId="{B198EFEB-DB61-4B34-927C-A5E2E76F4B26}" dt="2023-11-09T00:07:25.054" v="2228" actId="20577"/>
      <pc:docMkLst>
        <pc:docMk/>
      </pc:docMkLst>
      <pc:sldChg chg="modSp mod">
        <pc:chgData name="Christian Villanueva" userId="9367907e4847b616" providerId="LiveId" clId="{B198EFEB-DB61-4B34-927C-A5E2E76F4B26}" dt="2023-11-08T23:32:08.313" v="8" actId="20577"/>
        <pc:sldMkLst>
          <pc:docMk/>
          <pc:sldMk cId="2517860399" sldId="256"/>
        </pc:sldMkLst>
        <pc:spChg chg="mod">
          <ac:chgData name="Christian Villanueva" userId="9367907e4847b616" providerId="LiveId" clId="{B198EFEB-DB61-4B34-927C-A5E2E76F4B26}" dt="2023-11-08T23:32:08.313" v="8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modSp mod">
        <pc:chgData name="Christian Villanueva" userId="9367907e4847b616" providerId="LiveId" clId="{B198EFEB-DB61-4B34-927C-A5E2E76F4B26}" dt="2023-11-08T23:34:05.698" v="165" actId="120"/>
        <pc:sldMkLst>
          <pc:docMk/>
          <pc:sldMk cId="1457034104" sldId="257"/>
        </pc:sldMkLst>
        <pc:spChg chg="mod">
          <ac:chgData name="Christian Villanueva" userId="9367907e4847b616" providerId="LiveId" clId="{B198EFEB-DB61-4B34-927C-A5E2E76F4B26}" dt="2023-11-08T23:32:21.011" v="20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B198EFEB-DB61-4B34-927C-A5E2E76F4B26}" dt="2023-11-08T23:34:05.698" v="165" actId="120"/>
          <ac:spMkLst>
            <pc:docMk/>
            <pc:sldMk cId="1457034104" sldId="257"/>
            <ac:spMk id="3" creationId="{01D8EAC6-B22C-71F3-4A0A-C98523B1A82F}"/>
          </ac:spMkLst>
        </pc:spChg>
      </pc:sldChg>
      <pc:sldChg chg="del">
        <pc:chgData name="Christian Villanueva" userId="9367907e4847b616" providerId="LiveId" clId="{B198EFEB-DB61-4B34-927C-A5E2E76F4B26}" dt="2023-11-08T23:39:44.942" v="382" actId="47"/>
        <pc:sldMkLst>
          <pc:docMk/>
          <pc:sldMk cId="3499865914" sldId="264"/>
        </pc:sldMkLst>
      </pc:sldChg>
      <pc:sldChg chg="del">
        <pc:chgData name="Christian Villanueva" userId="9367907e4847b616" providerId="LiveId" clId="{B198EFEB-DB61-4B34-927C-A5E2E76F4B26}" dt="2023-11-08T23:39:44.468" v="381" actId="47"/>
        <pc:sldMkLst>
          <pc:docMk/>
          <pc:sldMk cId="1778445632" sldId="265"/>
        </pc:sldMkLst>
      </pc:sldChg>
      <pc:sldChg chg="del">
        <pc:chgData name="Christian Villanueva" userId="9367907e4847b616" providerId="LiveId" clId="{B198EFEB-DB61-4B34-927C-A5E2E76F4B26}" dt="2023-11-08T23:39:45.075" v="383" actId="47"/>
        <pc:sldMkLst>
          <pc:docMk/>
          <pc:sldMk cId="796599075" sldId="266"/>
        </pc:sldMkLst>
      </pc:sldChg>
      <pc:sldChg chg="del">
        <pc:chgData name="Christian Villanueva" userId="9367907e4847b616" providerId="LiveId" clId="{B198EFEB-DB61-4B34-927C-A5E2E76F4B26}" dt="2023-11-09T00:04:04.796" v="1663" actId="47"/>
        <pc:sldMkLst>
          <pc:docMk/>
          <pc:sldMk cId="3386485336" sldId="267"/>
        </pc:sldMkLst>
      </pc:sldChg>
      <pc:sldChg chg="addSp delSp modSp mod">
        <pc:chgData name="Christian Villanueva" userId="9367907e4847b616" providerId="LiveId" clId="{B198EFEB-DB61-4B34-927C-A5E2E76F4B26}" dt="2023-11-08T23:53:29.683" v="1187" actId="20577"/>
        <pc:sldMkLst>
          <pc:docMk/>
          <pc:sldMk cId="2069622168" sldId="268"/>
        </pc:sldMkLst>
        <pc:spChg chg="mod">
          <ac:chgData name="Christian Villanueva" userId="9367907e4847b616" providerId="LiveId" clId="{B198EFEB-DB61-4B34-927C-A5E2E76F4B26}" dt="2023-11-08T23:52:38.892" v="1157" actId="20577"/>
          <ac:spMkLst>
            <pc:docMk/>
            <pc:sldMk cId="2069622168" sldId="268"/>
            <ac:spMk id="2" creationId="{86705015-20EE-35FE-01D6-B865C6688E52}"/>
          </ac:spMkLst>
        </pc:spChg>
        <pc:spChg chg="del">
          <ac:chgData name="Christian Villanueva" userId="9367907e4847b616" providerId="LiveId" clId="{B198EFEB-DB61-4B34-927C-A5E2E76F4B26}" dt="2023-11-08T23:41:26.523" v="605" actId="478"/>
          <ac:spMkLst>
            <pc:docMk/>
            <pc:sldMk cId="2069622168" sldId="268"/>
            <ac:spMk id="3" creationId="{08D62982-4107-D75F-CB7C-97EE84C54343}"/>
          </ac:spMkLst>
        </pc:spChg>
        <pc:spChg chg="del">
          <ac:chgData name="Christian Villanueva" userId="9367907e4847b616" providerId="LiveId" clId="{B198EFEB-DB61-4B34-927C-A5E2E76F4B26}" dt="2023-11-08T23:41:25.421" v="604" actId="478"/>
          <ac:spMkLst>
            <pc:docMk/>
            <pc:sldMk cId="2069622168" sldId="268"/>
            <ac:spMk id="4" creationId="{468CFB57-4CC2-9CC8-7094-D8B207E85E78}"/>
          </ac:spMkLst>
        </pc:spChg>
        <pc:spChg chg="del">
          <ac:chgData name="Christian Villanueva" userId="9367907e4847b616" providerId="LiveId" clId="{B198EFEB-DB61-4B34-927C-A5E2E76F4B26}" dt="2023-11-08T23:41:23.356" v="603" actId="478"/>
          <ac:spMkLst>
            <pc:docMk/>
            <pc:sldMk cId="2069622168" sldId="268"/>
            <ac:spMk id="5" creationId="{EA856916-9E78-C94C-CB26-9A6C91B05C22}"/>
          </ac:spMkLst>
        </pc:spChg>
        <pc:spChg chg="del">
          <ac:chgData name="Christian Villanueva" userId="9367907e4847b616" providerId="LiveId" clId="{B198EFEB-DB61-4B34-927C-A5E2E76F4B26}" dt="2023-11-08T23:41:22.121" v="602" actId="478"/>
          <ac:spMkLst>
            <pc:docMk/>
            <pc:sldMk cId="2069622168" sldId="268"/>
            <ac:spMk id="6" creationId="{16C8225B-4FC7-C143-2D54-B375A6D9F8AB}"/>
          </ac:spMkLst>
        </pc:spChg>
        <pc:spChg chg="add mod">
          <ac:chgData name="Christian Villanueva" userId="9367907e4847b616" providerId="LiveId" clId="{B198EFEB-DB61-4B34-927C-A5E2E76F4B26}" dt="2023-11-08T23:53:29.683" v="1187" actId="20577"/>
          <ac:spMkLst>
            <pc:docMk/>
            <pc:sldMk cId="2069622168" sldId="268"/>
            <ac:spMk id="9" creationId="{30D555CC-90BC-BE52-9BE3-30C735F83DFB}"/>
          </ac:spMkLst>
        </pc:spChg>
        <pc:spChg chg="add mod">
          <ac:chgData name="Christian Villanueva" userId="9367907e4847b616" providerId="LiveId" clId="{B198EFEB-DB61-4B34-927C-A5E2E76F4B26}" dt="2023-11-08T23:51:58.329" v="1098" actId="20577"/>
          <ac:spMkLst>
            <pc:docMk/>
            <pc:sldMk cId="2069622168" sldId="268"/>
            <ac:spMk id="11" creationId="{C7E775B9-1E0B-C36E-039D-E221AF18DBF4}"/>
          </ac:spMkLst>
        </pc:spChg>
        <pc:picChg chg="del">
          <ac:chgData name="Christian Villanueva" userId="9367907e4847b616" providerId="LiveId" clId="{B198EFEB-DB61-4B34-927C-A5E2E76F4B26}" dt="2023-11-08T23:41:20.491" v="600" actId="478"/>
          <ac:picMkLst>
            <pc:docMk/>
            <pc:sldMk cId="2069622168" sldId="268"/>
            <ac:picMk id="1026" creationId="{3A5F7F1E-0910-0776-7011-6CA3D5DEFC0B}"/>
          </ac:picMkLst>
        </pc:picChg>
        <pc:picChg chg="del">
          <ac:chgData name="Christian Villanueva" userId="9367907e4847b616" providerId="LiveId" clId="{B198EFEB-DB61-4B34-927C-A5E2E76F4B26}" dt="2023-11-08T23:41:21.091" v="601" actId="478"/>
          <ac:picMkLst>
            <pc:docMk/>
            <pc:sldMk cId="2069622168" sldId="268"/>
            <ac:picMk id="1028" creationId="{C235552A-395E-CEE3-FA10-39C089092389}"/>
          </ac:picMkLst>
        </pc:picChg>
      </pc:sldChg>
      <pc:sldChg chg="del">
        <pc:chgData name="Christian Villanueva" userId="9367907e4847b616" providerId="LiveId" clId="{B198EFEB-DB61-4B34-927C-A5E2E76F4B26}" dt="2023-11-09T00:04:02.981" v="1662" actId="47"/>
        <pc:sldMkLst>
          <pc:docMk/>
          <pc:sldMk cId="3029012709" sldId="269"/>
        </pc:sldMkLst>
      </pc:sldChg>
      <pc:sldChg chg="del">
        <pc:chgData name="Christian Villanueva" userId="9367907e4847b616" providerId="LiveId" clId="{B198EFEB-DB61-4B34-927C-A5E2E76F4B26}" dt="2023-11-09T00:04:06.247" v="1664" actId="47"/>
        <pc:sldMkLst>
          <pc:docMk/>
          <pc:sldMk cId="449043533" sldId="270"/>
        </pc:sldMkLst>
      </pc:sldChg>
      <pc:sldChg chg="add del">
        <pc:chgData name="Christian Villanueva" userId="9367907e4847b616" providerId="LiveId" clId="{B198EFEB-DB61-4B34-927C-A5E2E76F4B26}" dt="2023-11-09T00:04:11.837" v="1667" actId="47"/>
        <pc:sldMkLst>
          <pc:docMk/>
          <pc:sldMk cId="3961512347" sldId="271"/>
        </pc:sldMkLst>
      </pc:sldChg>
      <pc:sldChg chg="del">
        <pc:chgData name="Christian Villanueva" userId="9367907e4847b616" providerId="LiveId" clId="{B198EFEB-DB61-4B34-927C-A5E2E76F4B26}" dt="2023-11-09T00:04:13.874" v="1668" actId="47"/>
        <pc:sldMkLst>
          <pc:docMk/>
          <pc:sldMk cId="1178044164" sldId="272"/>
        </pc:sldMkLst>
      </pc:sldChg>
      <pc:sldChg chg="modSp add mod">
        <pc:chgData name="Christian Villanueva" userId="9367907e4847b616" providerId="LiveId" clId="{B198EFEB-DB61-4B34-927C-A5E2E76F4B26}" dt="2023-11-08T23:38:14.063" v="379" actId="20577"/>
        <pc:sldMkLst>
          <pc:docMk/>
          <pc:sldMk cId="3805736252" sldId="273"/>
        </pc:sldMkLst>
        <pc:spChg chg="mod">
          <ac:chgData name="Christian Villanueva" userId="9367907e4847b616" providerId="LiveId" clId="{B198EFEB-DB61-4B34-927C-A5E2E76F4B26}" dt="2023-11-08T23:35:51.134" v="208" actId="20577"/>
          <ac:spMkLst>
            <pc:docMk/>
            <pc:sldMk cId="3805736252" sldId="273"/>
            <ac:spMk id="2" creationId="{86705015-20EE-35FE-01D6-B865C6688E52}"/>
          </ac:spMkLst>
        </pc:spChg>
        <pc:spChg chg="mod">
          <ac:chgData name="Christian Villanueva" userId="9367907e4847b616" providerId="LiveId" clId="{B198EFEB-DB61-4B34-927C-A5E2E76F4B26}" dt="2023-11-08T23:38:14.063" v="379" actId="20577"/>
          <ac:spMkLst>
            <pc:docMk/>
            <pc:sldMk cId="3805736252" sldId="273"/>
            <ac:spMk id="3" creationId="{01D8EAC6-B22C-71F3-4A0A-C98523B1A82F}"/>
          </ac:spMkLst>
        </pc:spChg>
      </pc:sldChg>
      <pc:sldChg chg="modSp add mod">
        <pc:chgData name="Christian Villanueva" userId="9367907e4847b616" providerId="LiveId" clId="{B198EFEB-DB61-4B34-927C-A5E2E76F4B26}" dt="2023-11-08T23:40:48.530" v="556" actId="20577"/>
        <pc:sldMkLst>
          <pc:docMk/>
          <pc:sldMk cId="1730968163" sldId="274"/>
        </pc:sldMkLst>
        <pc:spChg chg="mod">
          <ac:chgData name="Christian Villanueva" userId="9367907e4847b616" providerId="LiveId" clId="{B198EFEB-DB61-4B34-927C-A5E2E76F4B26}" dt="2023-11-08T23:39:54.898" v="414" actId="20577"/>
          <ac:spMkLst>
            <pc:docMk/>
            <pc:sldMk cId="1730968163" sldId="274"/>
            <ac:spMk id="2" creationId="{86705015-20EE-35FE-01D6-B865C6688E52}"/>
          </ac:spMkLst>
        </pc:spChg>
        <pc:spChg chg="mod">
          <ac:chgData name="Christian Villanueva" userId="9367907e4847b616" providerId="LiveId" clId="{B198EFEB-DB61-4B34-927C-A5E2E76F4B26}" dt="2023-11-08T23:40:48.530" v="556" actId="20577"/>
          <ac:spMkLst>
            <pc:docMk/>
            <pc:sldMk cId="1730968163" sldId="274"/>
            <ac:spMk id="3" creationId="{01D8EAC6-B22C-71F3-4A0A-C98523B1A82F}"/>
          </ac:spMkLst>
        </pc:spChg>
      </pc:sldChg>
      <pc:sldChg chg="addSp delSp modSp add mod">
        <pc:chgData name="Christian Villanueva" userId="9367907e4847b616" providerId="LiveId" clId="{B198EFEB-DB61-4B34-927C-A5E2E76F4B26}" dt="2023-11-08T23:58:03.578" v="1521" actId="14100"/>
        <pc:sldMkLst>
          <pc:docMk/>
          <pc:sldMk cId="725816632" sldId="275"/>
        </pc:sldMkLst>
        <pc:spChg chg="mod">
          <ac:chgData name="Christian Villanueva" userId="9367907e4847b616" providerId="LiveId" clId="{B198EFEB-DB61-4B34-927C-A5E2E76F4B26}" dt="2023-11-08T23:54:53.366" v="1219" actId="20577"/>
          <ac:spMkLst>
            <pc:docMk/>
            <pc:sldMk cId="725816632" sldId="275"/>
            <ac:spMk id="2" creationId="{86705015-20EE-35FE-01D6-B865C6688E52}"/>
          </ac:spMkLst>
        </pc:spChg>
        <pc:spChg chg="add mod">
          <ac:chgData name="Christian Villanueva" userId="9367907e4847b616" providerId="LiveId" clId="{B198EFEB-DB61-4B34-927C-A5E2E76F4B26}" dt="2023-11-08T23:56:04.691" v="1399" actId="113"/>
          <ac:spMkLst>
            <pc:docMk/>
            <pc:sldMk cId="725816632" sldId="275"/>
            <ac:spMk id="7" creationId="{C5B44E6F-039B-80D6-0CA1-A567F505C97F}"/>
          </ac:spMkLst>
        </pc:spChg>
        <pc:spChg chg="mod">
          <ac:chgData name="Christian Villanueva" userId="9367907e4847b616" providerId="LiveId" clId="{B198EFEB-DB61-4B34-927C-A5E2E76F4B26}" dt="2023-11-08T23:55:19.496" v="1375" actId="20577"/>
          <ac:spMkLst>
            <pc:docMk/>
            <pc:sldMk cId="725816632" sldId="275"/>
            <ac:spMk id="9" creationId="{30D555CC-90BC-BE52-9BE3-30C735F83DFB}"/>
          </ac:spMkLst>
        </pc:spChg>
        <pc:spChg chg="del">
          <ac:chgData name="Christian Villanueva" userId="9367907e4847b616" providerId="LiveId" clId="{B198EFEB-DB61-4B34-927C-A5E2E76F4B26}" dt="2023-11-08T23:54:58.256" v="1222" actId="478"/>
          <ac:spMkLst>
            <pc:docMk/>
            <pc:sldMk cId="725816632" sldId="275"/>
            <ac:spMk id="11" creationId="{C7E775B9-1E0B-C36E-039D-E221AF18DBF4}"/>
          </ac:spMkLst>
        </pc:spChg>
        <pc:spChg chg="add mod">
          <ac:chgData name="Christian Villanueva" userId="9367907e4847b616" providerId="LiveId" clId="{B198EFEB-DB61-4B34-927C-A5E2E76F4B26}" dt="2023-11-08T23:56:38.034" v="1449" actId="20577"/>
          <ac:spMkLst>
            <pc:docMk/>
            <pc:sldMk cId="725816632" sldId="275"/>
            <ac:spMk id="18" creationId="{059AE5CF-669A-4873-4897-A93E44470386}"/>
          </ac:spMkLst>
        </pc:spChg>
        <pc:spChg chg="add mod">
          <ac:chgData name="Christian Villanueva" userId="9367907e4847b616" providerId="LiveId" clId="{B198EFEB-DB61-4B34-927C-A5E2E76F4B26}" dt="2023-11-08T23:57:02.663" v="1475" actId="14100"/>
          <ac:spMkLst>
            <pc:docMk/>
            <pc:sldMk cId="725816632" sldId="275"/>
            <ac:spMk id="22" creationId="{495EB525-EEEE-29E1-AD3D-DCB36C01C272}"/>
          </ac:spMkLst>
        </pc:spChg>
        <pc:spChg chg="add mod">
          <ac:chgData name="Christian Villanueva" userId="9367907e4847b616" providerId="LiveId" clId="{B198EFEB-DB61-4B34-927C-A5E2E76F4B26}" dt="2023-11-08T23:57:27.394" v="1489" actId="20577"/>
          <ac:spMkLst>
            <pc:docMk/>
            <pc:sldMk cId="725816632" sldId="275"/>
            <ac:spMk id="26" creationId="{C09BEAFE-596D-A9F2-102B-64A54314209E}"/>
          </ac:spMkLst>
        </pc:spChg>
        <pc:spChg chg="add mod">
          <ac:chgData name="Christian Villanueva" userId="9367907e4847b616" providerId="LiveId" clId="{B198EFEB-DB61-4B34-927C-A5E2E76F4B26}" dt="2023-11-08T23:58:03.578" v="1521" actId="14100"/>
          <ac:spMkLst>
            <pc:docMk/>
            <pc:sldMk cId="725816632" sldId="275"/>
            <ac:spMk id="32" creationId="{427068FB-19B2-4053-6F6A-039E913B117D}"/>
          </ac:spMkLst>
        </pc:spChg>
        <pc:picChg chg="add mod modCrop">
          <ac:chgData name="Christian Villanueva" userId="9367907e4847b616" providerId="LiveId" clId="{B198EFEB-DB61-4B34-927C-A5E2E76F4B26}" dt="2023-11-08T23:55:39.159" v="1382" actId="1076"/>
          <ac:picMkLst>
            <pc:docMk/>
            <pc:sldMk cId="725816632" sldId="275"/>
            <ac:picMk id="4" creationId="{CF1F910E-1472-1EA9-E49C-066371E83543}"/>
          </ac:picMkLst>
        </pc:picChg>
        <pc:cxnChg chg="add mod">
          <ac:chgData name="Christian Villanueva" userId="9367907e4847b616" providerId="LiveId" clId="{B198EFEB-DB61-4B34-927C-A5E2E76F4B26}" dt="2023-11-08T23:55:52.706" v="1384" actId="13822"/>
          <ac:cxnSpMkLst>
            <pc:docMk/>
            <pc:sldMk cId="725816632" sldId="275"/>
            <ac:cxnSpMk id="6" creationId="{C08F77BF-4AEB-809E-D7C7-C9C60A1C4E32}"/>
          </ac:cxnSpMkLst>
        </pc:cxnChg>
        <pc:cxnChg chg="add mod">
          <ac:chgData name="Christian Villanueva" userId="9367907e4847b616" providerId="LiveId" clId="{B198EFEB-DB61-4B34-927C-A5E2E76F4B26}" dt="2023-11-08T23:56:17.761" v="1404" actId="14100"/>
          <ac:cxnSpMkLst>
            <pc:docMk/>
            <pc:sldMk cId="725816632" sldId="275"/>
            <ac:cxnSpMk id="13" creationId="{14C0BCB0-6E01-DE32-3711-8EBB670C6235}"/>
          </ac:cxnSpMkLst>
        </pc:cxnChg>
        <pc:cxnChg chg="add mod">
          <ac:chgData name="Christian Villanueva" userId="9367907e4847b616" providerId="LiveId" clId="{B198EFEB-DB61-4B34-927C-A5E2E76F4B26}" dt="2023-11-08T23:56:47.305" v="1453" actId="14100"/>
          <ac:cxnSpMkLst>
            <pc:docMk/>
            <pc:sldMk cId="725816632" sldId="275"/>
            <ac:cxnSpMk id="19" creationId="{476B0E5D-C326-7946-BF65-2E14D4C1BFE8}"/>
          </ac:cxnSpMkLst>
        </pc:cxnChg>
        <pc:cxnChg chg="add mod">
          <ac:chgData name="Christian Villanueva" userId="9367907e4847b616" providerId="LiveId" clId="{B198EFEB-DB61-4B34-927C-A5E2E76F4B26}" dt="2023-11-08T23:57:19.791" v="1480" actId="14100"/>
          <ac:cxnSpMkLst>
            <pc:docMk/>
            <pc:sldMk cId="725816632" sldId="275"/>
            <ac:cxnSpMk id="23" creationId="{3627D96E-5789-A359-E272-6FE92C348D8B}"/>
          </ac:cxnSpMkLst>
        </pc:cxnChg>
        <pc:cxnChg chg="add mod">
          <ac:chgData name="Christian Villanueva" userId="9367907e4847b616" providerId="LiveId" clId="{B198EFEB-DB61-4B34-927C-A5E2E76F4B26}" dt="2023-11-08T23:57:42.827" v="1492" actId="14100"/>
          <ac:cxnSpMkLst>
            <pc:docMk/>
            <pc:sldMk cId="725816632" sldId="275"/>
            <ac:cxnSpMk id="27" creationId="{3DA1B4B6-3B25-3CC0-78E0-AC1FB1653E26}"/>
          </ac:cxnSpMkLst>
        </pc:cxnChg>
        <pc:cxnChg chg="add mod">
          <ac:chgData name="Christian Villanueva" userId="9367907e4847b616" providerId="LiveId" clId="{B198EFEB-DB61-4B34-927C-A5E2E76F4B26}" dt="2023-11-08T23:57:52.296" v="1496" actId="14100"/>
          <ac:cxnSpMkLst>
            <pc:docMk/>
            <pc:sldMk cId="725816632" sldId="275"/>
            <ac:cxnSpMk id="29" creationId="{45FF973A-1966-3BAB-4625-DA79C1C9AE41}"/>
          </ac:cxnSpMkLst>
        </pc:cxnChg>
      </pc:sldChg>
      <pc:sldChg chg="delSp modSp add mod">
        <pc:chgData name="Christian Villanueva" userId="9367907e4847b616" providerId="LiveId" clId="{B198EFEB-DB61-4B34-927C-A5E2E76F4B26}" dt="2023-11-09T00:03:28.699" v="1661" actId="20577"/>
        <pc:sldMkLst>
          <pc:docMk/>
          <pc:sldMk cId="900127888" sldId="276"/>
        </pc:sldMkLst>
        <pc:spChg chg="del">
          <ac:chgData name="Christian Villanueva" userId="9367907e4847b616" providerId="LiveId" clId="{B198EFEB-DB61-4B34-927C-A5E2E76F4B26}" dt="2023-11-08T23:58:34.353" v="1525" actId="478"/>
          <ac:spMkLst>
            <pc:docMk/>
            <pc:sldMk cId="900127888" sldId="276"/>
            <ac:spMk id="7" creationId="{C5B44E6F-039B-80D6-0CA1-A567F505C97F}"/>
          </ac:spMkLst>
        </pc:spChg>
        <pc:spChg chg="mod">
          <ac:chgData name="Christian Villanueva" userId="9367907e4847b616" providerId="LiveId" clId="{B198EFEB-DB61-4B34-927C-A5E2E76F4B26}" dt="2023-11-09T00:03:28.699" v="1661" actId="20577"/>
          <ac:spMkLst>
            <pc:docMk/>
            <pc:sldMk cId="900127888" sldId="276"/>
            <ac:spMk id="9" creationId="{30D555CC-90BC-BE52-9BE3-30C735F83DFB}"/>
          </ac:spMkLst>
        </pc:spChg>
        <pc:spChg chg="del">
          <ac:chgData name="Christian Villanueva" userId="9367907e4847b616" providerId="LiveId" clId="{B198EFEB-DB61-4B34-927C-A5E2E76F4B26}" dt="2023-11-08T23:58:42.003" v="1532" actId="478"/>
          <ac:spMkLst>
            <pc:docMk/>
            <pc:sldMk cId="900127888" sldId="276"/>
            <ac:spMk id="18" creationId="{059AE5CF-669A-4873-4897-A93E44470386}"/>
          </ac:spMkLst>
        </pc:spChg>
        <pc:spChg chg="del">
          <ac:chgData name="Christian Villanueva" userId="9367907e4847b616" providerId="LiveId" clId="{B198EFEB-DB61-4B34-927C-A5E2E76F4B26}" dt="2023-11-08T23:58:35.629" v="1526" actId="478"/>
          <ac:spMkLst>
            <pc:docMk/>
            <pc:sldMk cId="900127888" sldId="276"/>
            <ac:spMk id="22" creationId="{495EB525-EEEE-29E1-AD3D-DCB36C01C272}"/>
          </ac:spMkLst>
        </pc:spChg>
        <pc:spChg chg="del mod">
          <ac:chgData name="Christian Villanueva" userId="9367907e4847b616" providerId="LiveId" clId="{B198EFEB-DB61-4B34-927C-A5E2E76F4B26}" dt="2023-11-08T23:58:44.335" v="1535" actId="478"/>
          <ac:spMkLst>
            <pc:docMk/>
            <pc:sldMk cId="900127888" sldId="276"/>
            <ac:spMk id="26" creationId="{C09BEAFE-596D-A9F2-102B-64A54314209E}"/>
          </ac:spMkLst>
        </pc:spChg>
        <pc:spChg chg="del">
          <ac:chgData name="Christian Villanueva" userId="9367907e4847b616" providerId="LiveId" clId="{B198EFEB-DB61-4B34-927C-A5E2E76F4B26}" dt="2023-11-08T23:58:36.773" v="1527" actId="478"/>
          <ac:spMkLst>
            <pc:docMk/>
            <pc:sldMk cId="900127888" sldId="276"/>
            <ac:spMk id="32" creationId="{427068FB-19B2-4053-6F6A-039E913B117D}"/>
          </ac:spMkLst>
        </pc:spChg>
        <pc:picChg chg="del">
          <ac:chgData name="Christian Villanueva" userId="9367907e4847b616" providerId="LiveId" clId="{B198EFEB-DB61-4B34-927C-A5E2E76F4B26}" dt="2023-11-08T23:58:32.071" v="1523" actId="478"/>
          <ac:picMkLst>
            <pc:docMk/>
            <pc:sldMk cId="900127888" sldId="276"/>
            <ac:picMk id="4" creationId="{CF1F910E-1472-1EA9-E49C-066371E83543}"/>
          </ac:picMkLst>
        </pc:picChg>
        <pc:cxnChg chg="del">
          <ac:chgData name="Christian Villanueva" userId="9367907e4847b616" providerId="LiveId" clId="{B198EFEB-DB61-4B34-927C-A5E2E76F4B26}" dt="2023-11-08T23:58:33.231" v="1524" actId="478"/>
          <ac:cxnSpMkLst>
            <pc:docMk/>
            <pc:sldMk cId="900127888" sldId="276"/>
            <ac:cxnSpMk id="6" creationId="{C08F77BF-4AEB-809E-D7C7-C9C60A1C4E32}"/>
          </ac:cxnSpMkLst>
        </pc:cxnChg>
        <pc:cxnChg chg="del">
          <ac:chgData name="Christian Villanueva" userId="9367907e4847b616" providerId="LiveId" clId="{B198EFEB-DB61-4B34-927C-A5E2E76F4B26}" dt="2023-11-08T23:58:40.229" v="1531" actId="478"/>
          <ac:cxnSpMkLst>
            <pc:docMk/>
            <pc:sldMk cId="900127888" sldId="276"/>
            <ac:cxnSpMk id="13" creationId="{14C0BCB0-6E01-DE32-3711-8EBB670C6235}"/>
          </ac:cxnSpMkLst>
        </pc:cxnChg>
        <pc:cxnChg chg="del">
          <ac:chgData name="Christian Villanueva" userId="9367907e4847b616" providerId="LiveId" clId="{B198EFEB-DB61-4B34-927C-A5E2E76F4B26}" dt="2023-11-08T23:58:39.428" v="1530" actId="478"/>
          <ac:cxnSpMkLst>
            <pc:docMk/>
            <pc:sldMk cId="900127888" sldId="276"/>
            <ac:cxnSpMk id="19" creationId="{476B0E5D-C326-7946-BF65-2E14D4C1BFE8}"/>
          </ac:cxnSpMkLst>
        </pc:cxnChg>
        <pc:cxnChg chg="del">
          <ac:chgData name="Christian Villanueva" userId="9367907e4847b616" providerId="LiveId" clId="{B198EFEB-DB61-4B34-927C-A5E2E76F4B26}" dt="2023-11-08T23:58:42.535" v="1533" actId="478"/>
          <ac:cxnSpMkLst>
            <pc:docMk/>
            <pc:sldMk cId="900127888" sldId="276"/>
            <ac:cxnSpMk id="23" creationId="{3627D96E-5789-A359-E272-6FE92C348D8B}"/>
          </ac:cxnSpMkLst>
        </pc:cxnChg>
        <pc:cxnChg chg="del">
          <ac:chgData name="Christian Villanueva" userId="9367907e4847b616" providerId="LiveId" clId="{B198EFEB-DB61-4B34-927C-A5E2E76F4B26}" dt="2023-11-08T23:58:37.858" v="1528" actId="478"/>
          <ac:cxnSpMkLst>
            <pc:docMk/>
            <pc:sldMk cId="900127888" sldId="276"/>
            <ac:cxnSpMk id="27" creationId="{3DA1B4B6-3B25-3CC0-78E0-AC1FB1653E26}"/>
          </ac:cxnSpMkLst>
        </pc:cxnChg>
        <pc:cxnChg chg="del">
          <ac:chgData name="Christian Villanueva" userId="9367907e4847b616" providerId="LiveId" clId="{B198EFEB-DB61-4B34-927C-A5E2E76F4B26}" dt="2023-11-08T23:58:38.380" v="1529" actId="478"/>
          <ac:cxnSpMkLst>
            <pc:docMk/>
            <pc:sldMk cId="900127888" sldId="276"/>
            <ac:cxnSpMk id="29" creationId="{45FF973A-1966-3BAB-4625-DA79C1C9AE41}"/>
          </ac:cxnSpMkLst>
        </pc:cxnChg>
      </pc:sldChg>
      <pc:sldChg chg="delSp modSp add mod">
        <pc:chgData name="Christian Villanueva" userId="9367907e4847b616" providerId="LiveId" clId="{B198EFEB-DB61-4B34-927C-A5E2E76F4B26}" dt="2023-11-09T00:07:25.054" v="2228" actId="20577"/>
        <pc:sldMkLst>
          <pc:docMk/>
          <pc:sldMk cId="3397633289" sldId="277"/>
        </pc:sldMkLst>
        <pc:spChg chg="mod">
          <ac:chgData name="Christian Villanueva" userId="9367907e4847b616" providerId="LiveId" clId="{B198EFEB-DB61-4B34-927C-A5E2E76F4B26}" dt="2023-11-09T00:07:25.054" v="2228" actId="20577"/>
          <ac:spMkLst>
            <pc:docMk/>
            <pc:sldMk cId="3397633289" sldId="277"/>
            <ac:spMk id="9" creationId="{30D555CC-90BC-BE52-9BE3-30C735F83DFB}"/>
          </ac:spMkLst>
        </pc:spChg>
        <pc:spChg chg="del mod">
          <ac:chgData name="Christian Villanueva" userId="9367907e4847b616" providerId="LiveId" clId="{B198EFEB-DB61-4B34-927C-A5E2E76F4B26}" dt="2023-11-09T00:05:05.076" v="1673" actId="478"/>
          <ac:spMkLst>
            <pc:docMk/>
            <pc:sldMk cId="3397633289" sldId="277"/>
            <ac:spMk id="11" creationId="{C7E775B9-1E0B-C36E-039D-E221AF18DBF4}"/>
          </ac:spMkLst>
        </pc:spChg>
      </pc:sldChg>
    </pc:docChg>
  </pc:docChgLst>
  <pc:docChgLst>
    <pc:chgData name="Christian Villanueva" userId="9367907e4847b616" providerId="LiveId" clId="{C67624D5-49B0-4A9B-B1C4-780D8E4E7704}"/>
    <pc:docChg chg="undo custSel addSld delSld modSld">
      <pc:chgData name="Christian Villanueva" userId="9367907e4847b616" providerId="LiveId" clId="{C67624D5-49B0-4A9B-B1C4-780D8E4E7704}" dt="2023-09-09T19:54:53.786" v="1646" actId="47"/>
      <pc:docMkLst>
        <pc:docMk/>
      </pc:docMkLst>
      <pc:sldChg chg="modSp mod">
        <pc:chgData name="Christian Villanueva" userId="9367907e4847b616" providerId="LiveId" clId="{C67624D5-49B0-4A9B-B1C4-780D8E4E7704}" dt="2023-09-09T19:04:43.205" v="11" actId="20577"/>
        <pc:sldMkLst>
          <pc:docMk/>
          <pc:sldMk cId="2517860399" sldId="256"/>
        </pc:sldMkLst>
        <pc:spChg chg="mod">
          <ac:chgData name="Christian Villanueva" userId="9367907e4847b616" providerId="LiveId" clId="{C67624D5-49B0-4A9B-B1C4-780D8E4E7704}" dt="2023-09-09T19:04:43.205" v="11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delSp modSp mod">
        <pc:chgData name="Christian Villanueva" userId="9367907e4847b616" providerId="LiveId" clId="{C67624D5-49B0-4A9B-B1C4-780D8E4E7704}" dt="2023-09-09T19:50:25.237" v="1558" actId="478"/>
        <pc:sldMkLst>
          <pc:docMk/>
          <pc:sldMk cId="1457034104" sldId="257"/>
        </pc:sldMkLst>
        <pc:spChg chg="mod">
          <ac:chgData name="Christian Villanueva" userId="9367907e4847b616" providerId="LiveId" clId="{C67624D5-49B0-4A9B-B1C4-780D8E4E7704}" dt="2023-09-09T19:04:57.658" v="38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C67624D5-49B0-4A9B-B1C4-780D8E4E7704}" dt="2023-09-09T19:32:33.261" v="1533" actId="20577"/>
          <ac:spMkLst>
            <pc:docMk/>
            <pc:sldMk cId="1457034104" sldId="257"/>
            <ac:spMk id="3" creationId="{01D8EAC6-B22C-71F3-4A0A-C98523B1A82F}"/>
          </ac:spMkLst>
        </pc:spChg>
        <pc:spChg chg="del">
          <ac:chgData name="Christian Villanueva" userId="9367907e4847b616" providerId="LiveId" clId="{C67624D5-49B0-4A9B-B1C4-780D8E4E7704}" dt="2023-09-09T19:50:25.237" v="1558" actId="478"/>
          <ac:spMkLst>
            <pc:docMk/>
            <pc:sldMk cId="1457034104" sldId="257"/>
            <ac:spMk id="5" creationId="{7A5F5ED0-677C-F76E-48E3-459D85569203}"/>
          </ac:spMkLst>
        </pc:spChg>
        <pc:spChg chg="del">
          <ac:chgData name="Christian Villanueva" userId="9367907e4847b616" providerId="LiveId" clId="{C67624D5-49B0-4A9B-B1C4-780D8E4E7704}" dt="2023-09-09T19:05:02.056" v="40" actId="478"/>
          <ac:spMkLst>
            <pc:docMk/>
            <pc:sldMk cId="1457034104" sldId="257"/>
            <ac:spMk id="9" creationId="{67CE1DC6-26F4-AB53-5275-7C1A257D7217}"/>
          </ac:spMkLst>
        </pc:spChg>
        <pc:spChg chg="del">
          <ac:chgData name="Christian Villanueva" userId="9367907e4847b616" providerId="LiveId" clId="{C67624D5-49B0-4A9B-B1C4-780D8E4E7704}" dt="2023-09-09T19:05:02.961" v="41" actId="478"/>
          <ac:spMkLst>
            <pc:docMk/>
            <pc:sldMk cId="1457034104" sldId="257"/>
            <ac:spMk id="15" creationId="{97B91EAD-6C05-A8E9-F9B2-05B596CFEAC1}"/>
          </ac:spMkLst>
        </pc:spChg>
        <pc:spChg chg="del mod">
          <ac:chgData name="Christian Villanueva" userId="9367907e4847b616" providerId="LiveId" clId="{C67624D5-49B0-4A9B-B1C4-780D8E4E7704}" dt="2023-09-09T19:05:05.259" v="44" actId="478"/>
          <ac:spMkLst>
            <pc:docMk/>
            <pc:sldMk cId="1457034104" sldId="257"/>
            <ac:spMk id="18" creationId="{A5EA126A-DFEF-3DC5-B982-05F226EE7C3F}"/>
          </ac:spMkLst>
        </pc:spChg>
        <pc:spChg chg="del">
          <ac:chgData name="Christian Villanueva" userId="9367907e4847b616" providerId="LiveId" clId="{C67624D5-49B0-4A9B-B1C4-780D8E4E7704}" dt="2023-09-09T19:05:09.103" v="47" actId="478"/>
          <ac:spMkLst>
            <pc:docMk/>
            <pc:sldMk cId="1457034104" sldId="257"/>
            <ac:spMk id="20" creationId="{17D5B3F5-91DD-F7E3-7A0F-A92D5A547E11}"/>
          </ac:spMkLst>
        </pc:spChg>
        <pc:picChg chg="del">
          <ac:chgData name="Christian Villanueva" userId="9367907e4847b616" providerId="LiveId" clId="{C67624D5-49B0-4A9B-B1C4-780D8E4E7704}" dt="2023-09-09T19:05:00.953" v="39" actId="478"/>
          <ac:picMkLst>
            <pc:docMk/>
            <pc:sldMk cId="1457034104" sldId="257"/>
            <ac:picMk id="7" creationId="{5062B967-BBBB-959B-A801-1177A876B265}"/>
          </ac:picMkLst>
        </pc:picChg>
        <pc:picChg chg="del">
          <ac:chgData name="Christian Villanueva" userId="9367907e4847b616" providerId="LiveId" clId="{C67624D5-49B0-4A9B-B1C4-780D8E4E7704}" dt="2023-09-09T19:05:03.440" v="42" actId="478"/>
          <ac:picMkLst>
            <pc:docMk/>
            <pc:sldMk cId="1457034104" sldId="257"/>
            <ac:picMk id="13" creationId="{C9AD27D6-55CC-1EC8-A8A0-FCE34B955FFB}"/>
          </ac:picMkLst>
        </pc:picChg>
        <pc:picChg chg="del">
          <ac:chgData name="Christian Villanueva" userId="9367907e4847b616" providerId="LiveId" clId="{C67624D5-49B0-4A9B-B1C4-780D8E4E7704}" dt="2023-09-09T19:05:05.910" v="45" actId="478"/>
          <ac:picMkLst>
            <pc:docMk/>
            <pc:sldMk cId="1457034104" sldId="257"/>
            <ac:picMk id="17" creationId="{6F2A0970-446B-87DB-C7EA-5B5FB642DC55}"/>
          </ac:picMkLst>
        </pc:picChg>
        <pc:picChg chg="del">
          <ac:chgData name="Christian Villanueva" userId="9367907e4847b616" providerId="LiveId" clId="{C67624D5-49B0-4A9B-B1C4-780D8E4E7704}" dt="2023-09-09T19:05:06.437" v="46" actId="478"/>
          <ac:picMkLst>
            <pc:docMk/>
            <pc:sldMk cId="1457034104" sldId="257"/>
            <ac:picMk id="19" creationId="{126BF74E-3AD2-FD57-8AAC-68A8DBA1D9AC}"/>
          </ac:picMkLst>
        </pc:picChg>
      </pc:sldChg>
      <pc:sldChg chg="del">
        <pc:chgData name="Christian Villanueva" userId="9367907e4847b616" providerId="LiveId" clId="{C67624D5-49B0-4A9B-B1C4-780D8E4E7704}" dt="2023-09-09T19:54:52.051" v="1644" actId="47"/>
        <pc:sldMkLst>
          <pc:docMk/>
          <pc:sldMk cId="3585331426" sldId="258"/>
        </pc:sldMkLst>
      </pc:sldChg>
      <pc:sldChg chg="del">
        <pc:chgData name="Christian Villanueva" userId="9367907e4847b616" providerId="LiveId" clId="{C67624D5-49B0-4A9B-B1C4-780D8E4E7704}" dt="2023-09-09T19:54:53.786" v="1646" actId="47"/>
        <pc:sldMkLst>
          <pc:docMk/>
          <pc:sldMk cId="2624436072" sldId="261"/>
        </pc:sldMkLst>
      </pc:sldChg>
      <pc:sldChg chg="del">
        <pc:chgData name="Christian Villanueva" userId="9367907e4847b616" providerId="LiveId" clId="{C67624D5-49B0-4A9B-B1C4-780D8E4E7704}" dt="2023-09-09T19:54:51.607" v="1643" actId="47"/>
        <pc:sldMkLst>
          <pc:docMk/>
          <pc:sldMk cId="232242528" sldId="262"/>
        </pc:sldMkLst>
      </pc:sldChg>
      <pc:sldChg chg="del">
        <pc:chgData name="Christian Villanueva" userId="9367907e4847b616" providerId="LiveId" clId="{C67624D5-49B0-4A9B-B1C4-780D8E4E7704}" dt="2023-09-09T19:54:52.595" v="1645" actId="47"/>
        <pc:sldMkLst>
          <pc:docMk/>
          <pc:sldMk cId="3847393514" sldId="263"/>
        </pc:sldMkLst>
      </pc:sldChg>
      <pc:sldChg chg="addSp delSp modSp add mod">
        <pc:chgData name="Christian Villanueva" userId="9367907e4847b616" providerId="LiveId" clId="{C67624D5-49B0-4A9B-B1C4-780D8E4E7704}" dt="2023-09-09T19:54:02.524" v="1642" actId="20577"/>
        <pc:sldMkLst>
          <pc:docMk/>
          <pc:sldMk cId="3499865914" sldId="264"/>
        </pc:sldMkLst>
        <pc:spChg chg="mod">
          <ac:chgData name="Christian Villanueva" userId="9367907e4847b616" providerId="LiveId" clId="{C67624D5-49B0-4A9B-B1C4-780D8E4E7704}" dt="2023-09-09T19:54:02.524" v="1642" actId="20577"/>
          <ac:spMkLst>
            <pc:docMk/>
            <pc:sldMk cId="3499865914" sldId="264"/>
            <ac:spMk id="2" creationId="{86705015-20EE-35FE-01D6-B865C6688E52}"/>
          </ac:spMkLst>
        </pc:spChg>
        <pc:spChg chg="del">
          <ac:chgData name="Christian Villanueva" userId="9367907e4847b616" providerId="LiveId" clId="{C67624D5-49B0-4A9B-B1C4-780D8E4E7704}" dt="2023-09-09T19:48:32.945" v="1535" actId="478"/>
          <ac:spMkLst>
            <pc:docMk/>
            <pc:sldMk cId="3499865914" sldId="264"/>
            <ac:spMk id="3" creationId="{01D8EAC6-B22C-71F3-4A0A-C98523B1A82F}"/>
          </ac:spMkLst>
        </pc:spChg>
        <pc:spChg chg="del">
          <ac:chgData name="Christian Villanueva" userId="9367907e4847b616" providerId="LiveId" clId="{C67624D5-49B0-4A9B-B1C4-780D8E4E7704}" dt="2023-09-09T19:50:22.948" v="1557" actId="478"/>
          <ac:spMkLst>
            <pc:docMk/>
            <pc:sldMk cId="3499865914" sldId="264"/>
            <ac:spMk id="5" creationId="{7A5F5ED0-677C-F76E-48E3-459D85569203}"/>
          </ac:spMkLst>
        </pc:spChg>
        <pc:spChg chg="add del mod">
          <ac:chgData name="Christian Villanueva" userId="9367907e4847b616" providerId="LiveId" clId="{C67624D5-49B0-4A9B-B1C4-780D8E4E7704}" dt="2023-09-09T19:48:45.440" v="1539" actId="478"/>
          <ac:spMkLst>
            <pc:docMk/>
            <pc:sldMk cId="3499865914" sldId="264"/>
            <ac:spMk id="6" creationId="{FDB7F67F-A2A9-53C4-9F5D-957C815950A1}"/>
          </ac:spMkLst>
        </pc:spChg>
        <pc:spChg chg="add del mod">
          <ac:chgData name="Christian Villanueva" userId="9367907e4847b616" providerId="LiveId" clId="{C67624D5-49B0-4A9B-B1C4-780D8E4E7704}" dt="2023-09-09T19:50:47.186" v="1565" actId="22"/>
          <ac:spMkLst>
            <pc:docMk/>
            <pc:sldMk cId="3499865914" sldId="264"/>
            <ac:spMk id="17" creationId="{CFF904D7-AAC4-FF60-9AAC-CD5C97991DD5}"/>
          </ac:spMkLst>
        </pc:spChg>
        <pc:spChg chg="add mod">
          <ac:chgData name="Christian Villanueva" userId="9367907e4847b616" providerId="LiveId" clId="{C67624D5-49B0-4A9B-B1C4-780D8E4E7704}" dt="2023-09-09T19:52:24.839" v="1597" actId="1076"/>
          <ac:spMkLst>
            <pc:docMk/>
            <pc:sldMk cId="3499865914" sldId="264"/>
            <ac:spMk id="22" creationId="{67408219-C84E-BE15-B62B-4710B1A01149}"/>
          </ac:spMkLst>
        </pc:spChg>
        <pc:spChg chg="add mod">
          <ac:chgData name="Christian Villanueva" userId="9367907e4847b616" providerId="LiveId" clId="{C67624D5-49B0-4A9B-B1C4-780D8E4E7704}" dt="2023-09-09T19:52:51.369" v="1599" actId="13822"/>
          <ac:spMkLst>
            <pc:docMk/>
            <pc:sldMk cId="3499865914" sldId="264"/>
            <ac:spMk id="23" creationId="{B61A13A2-BFF0-E788-7FD5-E56E739F84A4}"/>
          </ac:spMkLst>
        </pc:spChg>
        <pc:spChg chg="add mod">
          <ac:chgData name="Christian Villanueva" userId="9367907e4847b616" providerId="LiveId" clId="{C67624D5-49B0-4A9B-B1C4-780D8E4E7704}" dt="2023-09-09T19:53:02.956" v="1611" actId="20577"/>
          <ac:spMkLst>
            <pc:docMk/>
            <pc:sldMk cId="3499865914" sldId="264"/>
            <ac:spMk id="24" creationId="{A55FA9E7-5D1E-7947-4D27-0DE8F056DA02}"/>
          </ac:spMkLst>
        </pc:spChg>
        <pc:spChg chg="add mod">
          <ac:chgData name="Christian Villanueva" userId="9367907e4847b616" providerId="LiveId" clId="{C67624D5-49B0-4A9B-B1C4-780D8E4E7704}" dt="2023-09-09T19:53:49.040" v="1634" actId="14100"/>
          <ac:spMkLst>
            <pc:docMk/>
            <pc:sldMk cId="3499865914" sldId="264"/>
            <ac:spMk id="29" creationId="{B5588A33-3732-D606-0FCA-52DAAE717715}"/>
          </ac:spMkLst>
        </pc:spChg>
        <pc:graphicFrameChg chg="add del mod">
          <ac:chgData name="Christian Villanueva" userId="9367907e4847b616" providerId="LiveId" clId="{C67624D5-49B0-4A9B-B1C4-780D8E4E7704}" dt="2023-09-09T19:48:37.717" v="1537"/>
          <ac:graphicFrameMkLst>
            <pc:docMk/>
            <pc:sldMk cId="3499865914" sldId="264"/>
            <ac:graphicFrameMk id="7" creationId="{8867B9B8-9FB5-9F20-039B-D45DF820A0AE}"/>
          </ac:graphicFrameMkLst>
        </pc:graphicFrameChg>
        <pc:picChg chg="add mod">
          <ac:chgData name="Christian Villanueva" userId="9367907e4847b616" providerId="LiveId" clId="{C67624D5-49B0-4A9B-B1C4-780D8E4E7704}" dt="2023-09-09T19:52:18.659" v="1595" actId="1076"/>
          <ac:picMkLst>
            <pc:docMk/>
            <pc:sldMk cId="3499865914" sldId="264"/>
            <ac:picMk id="11" creationId="{7D0C43CA-B01D-41BD-C90E-48AAA0558315}"/>
          </ac:picMkLst>
        </pc:picChg>
        <pc:picChg chg="add del mod modCrop">
          <ac:chgData name="Christian Villanueva" userId="9367907e4847b616" providerId="LiveId" clId="{C67624D5-49B0-4A9B-B1C4-780D8E4E7704}" dt="2023-09-09T19:52:02.430" v="1591" actId="732"/>
          <ac:picMkLst>
            <pc:docMk/>
            <pc:sldMk cId="3499865914" sldId="264"/>
            <ac:picMk id="13" creationId="{04895F5D-8951-245D-F19B-1BB165A2F895}"/>
          </ac:picMkLst>
        </pc:picChg>
        <pc:picChg chg="add mod modCrop">
          <ac:chgData name="Christian Villanueva" userId="9367907e4847b616" providerId="LiveId" clId="{C67624D5-49B0-4A9B-B1C4-780D8E4E7704}" dt="2023-09-09T19:52:12.451" v="1594" actId="732"/>
          <ac:picMkLst>
            <pc:docMk/>
            <pc:sldMk cId="3499865914" sldId="264"/>
            <ac:picMk id="18" creationId="{EC282E47-453D-8D7A-639A-D5190ADCE088}"/>
          </ac:picMkLst>
        </pc:picChg>
        <pc:cxnChg chg="add del mod">
          <ac:chgData name="Christian Villanueva" userId="9367907e4847b616" providerId="LiveId" clId="{C67624D5-49B0-4A9B-B1C4-780D8E4E7704}" dt="2023-09-09T19:48:37.717" v="1537"/>
          <ac:cxnSpMkLst>
            <pc:docMk/>
            <pc:sldMk cId="3499865914" sldId="264"/>
            <ac:cxnSpMk id="9" creationId="{B2DFACD2-98B5-8885-6FD2-099AA8A4DE9F}"/>
          </ac:cxnSpMkLst>
        </pc:cxnChg>
        <pc:cxnChg chg="add mod">
          <ac:chgData name="Christian Villanueva" userId="9367907e4847b616" providerId="LiveId" clId="{C67624D5-49B0-4A9B-B1C4-780D8E4E7704}" dt="2023-09-09T19:53:13.988" v="1612" actId="13822"/>
          <ac:cxnSpMkLst>
            <pc:docMk/>
            <pc:sldMk cId="3499865914" sldId="264"/>
            <ac:cxnSpMk id="20" creationId="{8F9F1BB7-4A9A-114E-0548-86FF9D743843}"/>
          </ac:cxnSpMkLst>
        </pc:cxnChg>
        <pc:cxnChg chg="add mod">
          <ac:chgData name="Christian Villanueva" userId="9367907e4847b616" providerId="LiveId" clId="{C67624D5-49B0-4A9B-B1C4-780D8E4E7704}" dt="2023-09-09T19:53:36.976" v="1617" actId="14100"/>
          <ac:cxnSpMkLst>
            <pc:docMk/>
            <pc:sldMk cId="3499865914" sldId="264"/>
            <ac:cxnSpMk id="25" creationId="{8934C1AD-AB51-FF50-854C-51DBFC3C9B7C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2EAFC7-41C7-C2E3-77DF-58E70D026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09075-D48F-BDC8-525B-34B8E6C981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68DEE-E77F-4EEF-8751-05F6D319EB3C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08D36-AE77-5D5D-9167-0099D8B7AA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C11B1-7544-26CD-3BF4-B7553FA462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30410-5D39-434D-B4D5-3A7BD264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488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5990D-907B-425F-9819-FDEE716732E7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3F0C1-2670-4899-8AC7-CECC1AAD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5524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E16B-80D3-4092-B1C2-C12A08564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AFAA1-3753-553F-CF11-8378ADB06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5B820-F300-0598-F438-109785E1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943D4-B25F-2511-FCC8-B64B0708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D4053-4DCE-9265-238A-5D7A0EC0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0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89C7-F0F4-667B-91E2-0414C42D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20D5-C55F-AAF9-4E7E-5D1C3870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1F203-388B-9176-D887-1520088B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A27F-69CE-C9A6-C25E-C3591E06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652A9-0818-8EE5-62AA-14540C78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C6FE-6B3B-6041-2D08-128834F5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6B763-E626-1436-AE40-7DB1931AA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45F15-5DD1-C589-F1E5-01EEE324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E885A-7EDF-BFFA-C598-EA6273D3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FFD8-5F61-9FFC-E2BF-31C6BE10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8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B2F3-C8B9-73B4-E5D8-58E9047F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57069-C704-AA4B-983F-CA67A4E63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3AD45-2782-7AD3-EF07-7EB8ECC7D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A21CB-6E3B-3F5D-22B7-8223B0ED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F8063-6C2C-0E96-1C1C-CA47A9D0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8053A-518A-E8AB-7D49-4AB0AD22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1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CE8A-8CD6-6E81-0BB0-BB544C77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FE906-9AA3-62CA-B0C9-6D905116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39E9C-6B16-4055-4776-DB1630454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0385E-653C-7F73-A37E-3BB58FD0D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C4AE7-D1ED-743C-4D24-916F5F7D0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C274F-9C5B-6517-0889-991793F5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F1279-8029-C337-1B5F-E67A3091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B644E-A32A-AC89-FDC3-EACFA037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97AA-E0B6-093C-25BA-1136157F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D4E01-8065-D6BD-27E0-51420407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F496A-664A-1761-92E6-C0370703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A3D99-1504-2CAA-AC11-C3114E2C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5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53407-BDDA-5B3D-E5EC-B8FA5E50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F7C32-5D43-0432-E970-A25513EC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368F-85BF-387A-E759-0DB053D0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2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408E-30C6-2F3C-1E48-41521CBA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587F1-27A6-615A-A1E8-D95D08E12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DA36A-34A4-518F-F85F-BF9632186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B1D15-08C5-5C08-3D79-F0444980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E644A-2A9E-C1F5-E7A0-2546EC33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DAB4C-98E3-BDF4-5B60-23888A42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7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3AC4-07CE-D397-46F2-F2C35090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1159-24D7-9800-96A1-A2BF83B30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829C9-8705-1D5D-DDDF-175B75AC8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4DBB-8A2E-8708-281E-86BEB1AE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1B2D1-EDAB-AD0E-7DAF-8AA99E66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C3E8-DBCE-C3A0-E072-20B6D09B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5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5002-5B20-2857-931E-6C9880B7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E0F05-413F-9CC5-855E-3DDD45104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D786A-681D-F1DF-6D37-6899466B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D7DFD-215F-1F85-56CF-D4956CA7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DFD87-F400-F4C9-7FC8-824C8B65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BD9A1-DF23-168B-6D7F-1689E8D76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E53-1186-BCA2-BB78-059544117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598B3-498D-1B49-5030-4A6A0263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1727B-6030-39B4-1A0F-BF7F304F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5F950-F668-B371-2619-2B453A65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F2EA3-323A-90E0-ABB4-872172A5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A9587-5E9A-0658-CEB4-7C73B2834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81748-56D7-D837-B64C-2921E477E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AD783-B2CD-4F08-BA7D-EA7386EB7307}" type="datetimeFigureOut">
              <a:rPr lang="en-US" smtClean="0"/>
              <a:t>11/8/2023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DD560-A321-A30D-FA2E-A0C577845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F758D-F90E-642E-DBD5-E44EEF936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2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015D2-38B4-5E4E-16DE-825524BC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SV" dirty="0">
                <a:solidFill>
                  <a:srgbClr val="FFFFFF"/>
                </a:solidFill>
              </a:rPr>
              <a:t>Regresión Lineal Simple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7C3FA-3E97-59DC-975E-158BB85F6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Coeficientes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D8EAC6-B22C-71F3-4A0A-C98523B1A8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</p:spPr>
            <p:txBody>
              <a:bodyPr anchor="ctr">
                <a:normAutofit/>
              </a:bodyPr>
              <a:lstStyle/>
              <a:p>
                <a:pPr marL="0" indent="0" algn="just">
                  <a:buNone/>
                </a:pPr>
                <a:r>
                  <a:rPr lang="es-SV" sz="2000" i="1" dirty="0"/>
                  <a:t>De acuerdo a lo visto en la clase anterior, decíamos que:</a:t>
                </a:r>
              </a:p>
              <a:p>
                <a:pPr marL="0" indent="0" algn="just">
                  <a:buNone/>
                </a:pPr>
                <a:endParaRPr lang="es-SV" sz="2000" i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i="1" dirty="0"/>
              </a:p>
              <a:p>
                <a:pPr marL="0" indent="0" algn="just">
                  <a:buNone/>
                </a:pPr>
                <a:endParaRPr lang="en-US" sz="2000" b="0" i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s-SV" i="1" dirty="0"/>
              </a:p>
              <a:p>
                <a:pPr marL="0" indent="0" algn="just">
                  <a:buNone/>
                </a:pPr>
                <a:endParaRPr lang="es-ES" sz="2000" b="1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D8EAC6-B22C-71F3-4A0A-C98523B1A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  <a:blipFill>
                <a:blip r:embed="rId2"/>
                <a:stretch>
                  <a:fillRect l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703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Ecuación de la recta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D8EAC6-B22C-71F3-4A0A-C98523B1A8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</p:spPr>
            <p:txBody>
              <a:bodyPr anchor="ctr">
                <a:normAutofit/>
              </a:bodyPr>
              <a:lstStyle/>
              <a:p>
                <a:pPr marL="0" indent="0" algn="just">
                  <a:buNone/>
                </a:pPr>
                <a:r>
                  <a:rPr lang="es-SV" sz="2000" i="1" dirty="0"/>
                  <a:t>Las ecuaciones de la recta generada para el modelo lineal son: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S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̂"/>
                          <m:ctrlPr>
                            <a:rPr lang="es-SV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S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SV" i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S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̂"/>
                          <m:ctrlPr>
                            <a:rPr lang="es-SV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S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SV" i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S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̂"/>
                          <m:ctrlPr>
                            <a:rPr lang="es-SV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S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SV" i="1" dirty="0"/>
              </a:p>
              <a:p>
                <a:pPr marL="0" indent="0" algn="just">
                  <a:buNone/>
                </a:pPr>
                <a:endParaRPr lang="es-SV" i="1" dirty="0"/>
              </a:p>
              <a:p>
                <a:pPr marL="0" indent="0" algn="just">
                  <a:buNone/>
                </a:pPr>
                <a:endParaRPr lang="es-ES" sz="2000" b="1" i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D8EAC6-B22C-71F3-4A0A-C98523B1A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  <a:blipFill>
                <a:blip r:embed="rId2"/>
                <a:stretch>
                  <a:fillRect l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5736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Interpretación de la recta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95072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SV" sz="2000" i="1" dirty="0"/>
              <a:t>Entonces, ¿qué nos muestran los valores que hemos calculado?</a:t>
            </a:r>
          </a:p>
          <a:p>
            <a:pPr marL="0" indent="0" algn="just">
              <a:buNone/>
            </a:pPr>
            <a:endParaRPr lang="es-SV" sz="2000" i="1" dirty="0"/>
          </a:p>
          <a:p>
            <a:pPr marL="0" indent="0" algn="just">
              <a:buNone/>
            </a:pPr>
            <a:endParaRPr lang="es-SV" i="1" dirty="0"/>
          </a:p>
          <a:p>
            <a:pPr marL="0" indent="0" algn="just">
              <a:buNone/>
            </a:pPr>
            <a:endParaRPr lang="es-ES" sz="2000" b="1" i="1" dirty="0"/>
          </a:p>
        </p:txBody>
      </p:sp>
    </p:spTree>
    <p:extLst>
      <p:ext uri="{BB962C8B-B14F-4D97-AF65-F5344CB8AC3E}">
        <p14:creationId xmlns:p14="http://schemas.microsoft.com/office/powerpoint/2010/main" val="1730968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Coeficiente de determinación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0D555CC-90BC-BE52-9BE3-30C735F83D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s-SV" dirty="0"/>
                  <a:t>El coeficiente de determinación (R cuadrado), mide el grado de relación que existe entre X y </a:t>
                </a:r>
                <a:r>
                  <a:rPr lang="es-SV" dirty="0" err="1"/>
                  <a:t>Y</a:t>
                </a:r>
                <a:r>
                  <a:rPr lang="es-SV" dirty="0"/>
                  <a:t>. En otras palabras, mide que tan bien el modelo de regresión estima la data.</a:t>
                </a:r>
              </a:p>
              <a:p>
                <a:pPr marL="0" indent="0">
                  <a:buNone/>
                </a:pPr>
                <a:endParaRPr lang="es-SV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𝑅𝑒𝑔𝑟𝑒𝑠𝑖𝑜𝑛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s-SV" sz="2000" b="0" i="1" smtClean="0">
                          <a:latin typeface="Cambria Math" panose="02040503050406030204" pitchFamily="18" charset="0"/>
                        </a:rPr>
                        <m:t>𝑆𝑆𝑅</m:t>
                      </m:r>
                      <m:r>
                        <a:rPr lang="es-SV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SV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SV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SV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SV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SV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s-SV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s-SV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SV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s-SV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s-SV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SV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SV" sz="20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b="0" dirty="0"/>
              </a:p>
              <a:p>
                <a:pPr marL="0" indent="0">
                  <a:buNone/>
                </a:pPr>
                <a:endParaRPr lang="en-US" sz="20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SV" sz="2000" b="0" i="1" smtClean="0">
                          <a:latin typeface="Cambria Math" panose="02040503050406030204" pitchFamily="18" charset="0"/>
                        </a:rPr>
                        <m:t>𝑆𝑆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SV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SV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SV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SV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SV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SV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SV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s-SV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𝑺𝑺𝑹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𝑺𝑺𝑻</m:t>
                          </m:r>
                        </m:den>
                      </m:f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𝑺𝑺𝑬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𝑺𝑺𝑻</m:t>
                          </m:r>
                        </m:den>
                      </m:f>
                    </m:oMath>
                  </m:oMathPara>
                </a14:m>
                <a:endParaRPr lang="en-US" sz="20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SV" sz="2000" b="0" i="1" smtClean="0">
                          <a:latin typeface="Cambria Math" panose="02040503050406030204" pitchFamily="18" charset="0"/>
                        </a:rPr>
                        <m:t>𝑆𝑆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s-SV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SV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SV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SV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SV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SV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SV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SV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SV" sz="20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0D555CC-90BC-BE52-9BE3-30C735F83D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E775B9-1E0B-C36E-039D-E221AF18DBF4}"/>
                  </a:ext>
                </a:extLst>
              </p:cNvPr>
              <p:cNvSpPr txBox="1"/>
              <p:nvPr/>
            </p:nvSpPr>
            <p:spPr>
              <a:xfrm>
                <a:off x="6690049" y="3191069"/>
                <a:ext cx="40121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𝑆𝑆𝑇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𝑆𝑆𝑅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𝑆𝑆𝐸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E775B9-1E0B-C36E-039D-E221AF18D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049" y="3191069"/>
                <a:ext cx="401216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9622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Coeficiente de determinación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s-SV" dirty="0"/>
              <a:t>R cuadrado siempre se encuentra entre 0 y 1.</a:t>
            </a:r>
          </a:p>
          <a:p>
            <a:pPr marL="514350" indent="-514350">
              <a:buAutoNum type="arabicPeriod"/>
            </a:pPr>
            <a:r>
              <a:rPr lang="es-SV" dirty="0"/>
              <a:t>Un R cuadrado igual a 1 es una asociación perfecta. Todos los puntos caen sobre la línea.</a:t>
            </a:r>
          </a:p>
          <a:p>
            <a:pPr marL="514350" indent="-514350">
              <a:buAutoNum type="arabicPeriod"/>
            </a:pPr>
            <a:r>
              <a:rPr lang="es-SV" dirty="0"/>
              <a:t>Un R cuadrado igual a 0 implica que el coeficiente es cero. Decimos por tanto que no existe una asociación LINEAL entre X y </a:t>
            </a:r>
            <a:r>
              <a:rPr lang="es-SV" dirty="0" err="1"/>
              <a:t>Y</a:t>
            </a:r>
            <a:r>
              <a:rPr lang="es-SV" dirty="0"/>
              <a:t>.</a:t>
            </a:r>
          </a:p>
          <a:p>
            <a:pPr marL="514350" indent="-514350">
              <a:buAutoNum type="arabicPeriod"/>
            </a:pPr>
            <a:r>
              <a:rPr lang="es-SV" dirty="0"/>
              <a:t>Un R cuadrado bueno o malo no implica que una predicción se puede hacer. </a:t>
            </a:r>
          </a:p>
          <a:p>
            <a:pPr marL="514350" indent="-514350">
              <a:buAutoNum type="arabicPeriod"/>
            </a:pPr>
            <a:r>
              <a:rPr lang="es-SV" dirty="0"/>
              <a:t>Un R cuadrado cercano a cero NO implica que X y </a:t>
            </a:r>
            <a:r>
              <a:rPr lang="es-SV" dirty="0" err="1"/>
              <a:t>Y</a:t>
            </a:r>
            <a:r>
              <a:rPr lang="es-SV" dirty="0"/>
              <a:t> no están relacionadas. </a:t>
            </a:r>
          </a:p>
          <a:p>
            <a:pPr marL="514350" indent="-514350">
              <a:buAutoNum type="arabicPeriod"/>
            </a:pPr>
            <a:r>
              <a:rPr lang="es-SV" dirty="0"/>
              <a:t>R cuadrado no determinar la dirección de la relación.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633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Inferencia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SV" dirty="0"/>
              <a:t>En inferencia andamos buscando probar algo, y esto aplica si y solo si no estamos violando alguna de las cosas que hemos asumido.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1F910E-1472-1EA9-E49C-066371E835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489"/>
          <a:stretch/>
        </p:blipFill>
        <p:spPr>
          <a:xfrm>
            <a:off x="2020092" y="4001294"/>
            <a:ext cx="8375496" cy="125129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8F77BF-4AEB-809E-D7C7-C9C60A1C4E32}"/>
              </a:ext>
            </a:extLst>
          </p:cNvPr>
          <p:cNvCxnSpPr/>
          <p:nvPr/>
        </p:nvCxnSpPr>
        <p:spPr>
          <a:xfrm flipV="1">
            <a:off x="3962400" y="3257550"/>
            <a:ext cx="228600" cy="647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5B44E6F-039B-80D6-0CA1-A567F505C97F}"/>
              </a:ext>
            </a:extLst>
          </p:cNvPr>
          <p:cNvSpPr txBox="1"/>
          <p:nvPr/>
        </p:nvSpPr>
        <p:spPr>
          <a:xfrm>
            <a:off x="4338735" y="3023118"/>
            <a:ext cx="158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Coeficientes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C0BCB0-6E01-DE32-3711-8EBB670C6235}"/>
              </a:ext>
            </a:extLst>
          </p:cNvPr>
          <p:cNvCxnSpPr>
            <a:cxnSpLocks/>
          </p:cNvCxnSpPr>
          <p:nvPr/>
        </p:nvCxnSpPr>
        <p:spPr>
          <a:xfrm>
            <a:off x="4854251" y="5226408"/>
            <a:ext cx="361561" cy="635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59AE5CF-669A-4873-4897-A93E44470386}"/>
              </a:ext>
            </a:extLst>
          </p:cNvPr>
          <p:cNvSpPr txBox="1"/>
          <p:nvPr/>
        </p:nvSpPr>
        <p:spPr>
          <a:xfrm>
            <a:off x="5302895" y="5676768"/>
            <a:ext cx="2180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Error </a:t>
            </a:r>
            <a:r>
              <a:rPr lang="en-US" b="1" dirty="0" err="1">
                <a:solidFill>
                  <a:srgbClr val="FF0000"/>
                </a:solidFill>
              </a:rPr>
              <a:t>estándar</a:t>
            </a:r>
            <a:r>
              <a:rPr lang="en-US" b="1" dirty="0">
                <a:solidFill>
                  <a:srgbClr val="FF0000"/>
                </a:solidFill>
              </a:rPr>
              <a:t> de </a:t>
            </a:r>
            <a:r>
              <a:rPr lang="en-US" b="1" dirty="0" err="1">
                <a:solidFill>
                  <a:srgbClr val="FF0000"/>
                </a:solidFill>
              </a:rPr>
              <a:t>los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coeficientes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6B0E5D-C326-7946-BF65-2E14D4C1BFE8}"/>
              </a:ext>
            </a:extLst>
          </p:cNvPr>
          <p:cNvCxnSpPr>
            <a:cxnSpLocks/>
          </p:cNvCxnSpPr>
          <p:nvPr/>
        </p:nvCxnSpPr>
        <p:spPr>
          <a:xfrm flipV="1">
            <a:off x="6356896" y="3257550"/>
            <a:ext cx="295831" cy="824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95EB525-EEEE-29E1-AD3D-DCB36C01C272}"/>
              </a:ext>
            </a:extLst>
          </p:cNvPr>
          <p:cNvSpPr txBox="1"/>
          <p:nvPr/>
        </p:nvSpPr>
        <p:spPr>
          <a:xfrm>
            <a:off x="6356896" y="2888218"/>
            <a:ext cx="1872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Prueba</a:t>
            </a:r>
            <a:r>
              <a:rPr lang="en-US" b="1" dirty="0">
                <a:solidFill>
                  <a:srgbClr val="FF0000"/>
                </a:solidFill>
              </a:rPr>
              <a:t> t-Student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627D96E-5789-A359-E272-6FE92C348D8B}"/>
              </a:ext>
            </a:extLst>
          </p:cNvPr>
          <p:cNvCxnSpPr>
            <a:cxnSpLocks/>
          </p:cNvCxnSpPr>
          <p:nvPr/>
        </p:nvCxnSpPr>
        <p:spPr>
          <a:xfrm>
            <a:off x="7453602" y="5141867"/>
            <a:ext cx="661697" cy="534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09BEAFE-596D-A9F2-102B-64A54314209E}"/>
              </a:ext>
            </a:extLst>
          </p:cNvPr>
          <p:cNvSpPr txBox="1"/>
          <p:nvPr/>
        </p:nvSpPr>
        <p:spPr>
          <a:xfrm>
            <a:off x="8049971" y="5696033"/>
            <a:ext cx="1872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Valor p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A1B4B6-3B25-3CC0-78E0-AC1FB1653E26}"/>
              </a:ext>
            </a:extLst>
          </p:cNvPr>
          <p:cNvCxnSpPr>
            <a:cxnSpLocks/>
          </p:cNvCxnSpPr>
          <p:nvPr/>
        </p:nvCxnSpPr>
        <p:spPr>
          <a:xfrm flipV="1">
            <a:off x="8690492" y="3072884"/>
            <a:ext cx="295831" cy="9284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5FF973A-1966-3BAB-4625-DA79C1C9AE41}"/>
              </a:ext>
            </a:extLst>
          </p:cNvPr>
          <p:cNvCxnSpPr>
            <a:cxnSpLocks/>
          </p:cNvCxnSpPr>
          <p:nvPr/>
        </p:nvCxnSpPr>
        <p:spPr>
          <a:xfrm flipH="1" flipV="1">
            <a:off x="9067800" y="3072884"/>
            <a:ext cx="559044" cy="968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27068FB-19B2-4053-6F6A-039E913B117D}"/>
              </a:ext>
            </a:extLst>
          </p:cNvPr>
          <p:cNvSpPr txBox="1"/>
          <p:nvPr/>
        </p:nvSpPr>
        <p:spPr>
          <a:xfrm>
            <a:off x="8410970" y="2703552"/>
            <a:ext cx="2440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Intervalo</a:t>
            </a:r>
            <a:r>
              <a:rPr lang="en-US" b="1" dirty="0">
                <a:solidFill>
                  <a:srgbClr val="FF0000"/>
                </a:solidFill>
              </a:rPr>
              <a:t> de </a:t>
            </a:r>
            <a:r>
              <a:rPr lang="en-US" b="1" dirty="0" err="1">
                <a:solidFill>
                  <a:srgbClr val="FF0000"/>
                </a:solidFill>
              </a:rPr>
              <a:t>confianza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816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Inferencia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0D555CC-90BC-BE52-9BE3-30C735F83D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SV" dirty="0"/>
                  <a:t>En inferencia andamos buscando probar algo, y esto aplica si y solo si no estamos violando alguna de las cosas que hemos asumido.</a:t>
                </a:r>
              </a:p>
              <a:p>
                <a:pPr marL="0" indent="0">
                  <a:buNone/>
                </a:pPr>
                <a:endParaRPr lang="es-SV" dirty="0"/>
              </a:p>
              <a:p>
                <a:pPr marL="0" indent="0">
                  <a:buNone/>
                </a:pPr>
                <a:r>
                  <a:rPr lang="es-SV" dirty="0"/>
                  <a:t>Para este caso particular, estamos asumiendo que:</a:t>
                </a:r>
              </a:p>
              <a:p>
                <a:pPr marL="0" indent="0">
                  <a:buNone/>
                </a:pPr>
                <a:endParaRPr lang="es-SV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SV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SV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SV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s-SV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0D555CC-90BC-BE52-9BE3-30C735F83D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127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4130</TotalTime>
  <Words>334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Regresión Lineal Simple</vt:lpstr>
      <vt:lpstr>Coeficientes</vt:lpstr>
      <vt:lpstr>Ecuación de la recta</vt:lpstr>
      <vt:lpstr>Interpretación de la recta</vt:lpstr>
      <vt:lpstr>Coeficiente de determinación</vt:lpstr>
      <vt:lpstr>Coeficiente de determinación</vt:lpstr>
      <vt:lpstr>Inferencia</vt:lpstr>
      <vt:lpstr>Inferencia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SQL</dc:title>
  <dc:creator>Christian Villanueva</dc:creator>
  <cp:lastModifiedBy>Christian Villanueva</cp:lastModifiedBy>
  <cp:revision>1</cp:revision>
  <dcterms:created xsi:type="dcterms:W3CDTF">2023-06-19T22:41:02Z</dcterms:created>
  <dcterms:modified xsi:type="dcterms:W3CDTF">2023-11-09T00:07:28Z</dcterms:modified>
</cp:coreProperties>
</file>