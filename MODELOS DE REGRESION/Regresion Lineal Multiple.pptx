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73" r:id="rId4"/>
    <p:sldId id="274" r:id="rId5"/>
    <p:sldId id="268" r:id="rId6"/>
    <p:sldId id="276" r:id="rId7"/>
    <p:sldId id="277" r:id="rId8"/>
    <p:sldId id="278" r:id="rId9"/>
    <p:sldId id="279" r:id="rId10"/>
    <p:sldId id="280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B7E07-D029-43F0-93AB-118D3A727236}" v="436" dt="2023-11-11T03:46:44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B198EFEB-DB61-4B34-927C-A5E2E76F4B26}"/>
    <pc:docChg chg="undo custSel addSld delSld modSld">
      <pc:chgData name="Christian Villanueva" userId="9367907e4847b616" providerId="LiveId" clId="{B198EFEB-DB61-4B34-927C-A5E2E76F4B26}" dt="2023-11-09T00:56:13.554" v="2695" actId="20577"/>
      <pc:docMkLst>
        <pc:docMk/>
      </pc:docMkLst>
      <pc:sldChg chg="modSp mod">
        <pc:chgData name="Christian Villanueva" userId="9367907e4847b616" providerId="LiveId" clId="{B198EFEB-DB61-4B34-927C-A5E2E76F4B26}" dt="2023-11-08T23:32:08.313" v="8" actId="20577"/>
        <pc:sldMkLst>
          <pc:docMk/>
          <pc:sldMk cId="2517860399" sldId="256"/>
        </pc:sldMkLst>
        <pc:spChg chg="mod">
          <ac:chgData name="Christian Villanueva" userId="9367907e4847b616" providerId="LiveId" clId="{B198EFEB-DB61-4B34-927C-A5E2E76F4B26}" dt="2023-11-08T23:32:08.313" v="8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B198EFEB-DB61-4B34-927C-A5E2E76F4B26}" dt="2023-11-08T23:34:05.698" v="165" actId="120"/>
        <pc:sldMkLst>
          <pc:docMk/>
          <pc:sldMk cId="1457034104" sldId="257"/>
        </pc:sldMkLst>
        <pc:spChg chg="mod">
          <ac:chgData name="Christian Villanueva" userId="9367907e4847b616" providerId="LiveId" clId="{B198EFEB-DB61-4B34-927C-A5E2E76F4B26}" dt="2023-11-08T23:32:21.011" v="20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4:05.698" v="165" actId="120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B198EFEB-DB61-4B34-927C-A5E2E76F4B26}" dt="2023-11-08T23:39:44.942" v="382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B198EFEB-DB61-4B34-927C-A5E2E76F4B26}" dt="2023-11-08T23:39:44.468" v="381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B198EFEB-DB61-4B34-927C-A5E2E76F4B26}" dt="2023-11-08T23:39:45.075" v="383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B198EFEB-DB61-4B34-927C-A5E2E76F4B26}" dt="2023-11-09T00:04:04.796" v="1663" actId="47"/>
        <pc:sldMkLst>
          <pc:docMk/>
          <pc:sldMk cId="3386485336" sldId="267"/>
        </pc:sldMkLst>
      </pc:sldChg>
      <pc:sldChg chg="addSp delSp modSp mod">
        <pc:chgData name="Christian Villanueva" userId="9367907e4847b616" providerId="LiveId" clId="{B198EFEB-DB61-4B34-927C-A5E2E76F4B26}" dt="2023-11-08T23:53:29.683" v="1187" actId="20577"/>
        <pc:sldMkLst>
          <pc:docMk/>
          <pc:sldMk cId="2069622168" sldId="268"/>
        </pc:sldMkLst>
        <pc:spChg chg="mod">
          <ac:chgData name="Christian Villanueva" userId="9367907e4847b616" providerId="LiveId" clId="{B198EFEB-DB61-4B34-927C-A5E2E76F4B26}" dt="2023-11-08T23:52:38.892" v="1157" actId="20577"/>
          <ac:spMkLst>
            <pc:docMk/>
            <pc:sldMk cId="2069622168" sldId="268"/>
            <ac:spMk id="2" creationId="{86705015-20EE-35FE-01D6-B865C6688E52}"/>
          </ac:spMkLst>
        </pc:spChg>
        <pc:spChg chg="del">
          <ac:chgData name="Christian Villanueva" userId="9367907e4847b616" providerId="LiveId" clId="{B198EFEB-DB61-4B34-927C-A5E2E76F4B26}" dt="2023-11-08T23:41:26.523" v="605" actId="478"/>
          <ac:spMkLst>
            <pc:docMk/>
            <pc:sldMk cId="2069622168" sldId="268"/>
            <ac:spMk id="3" creationId="{08D62982-4107-D75F-CB7C-97EE84C54343}"/>
          </ac:spMkLst>
        </pc:spChg>
        <pc:spChg chg="del">
          <ac:chgData name="Christian Villanueva" userId="9367907e4847b616" providerId="LiveId" clId="{B198EFEB-DB61-4B34-927C-A5E2E76F4B26}" dt="2023-11-08T23:41:25.421" v="604" actId="478"/>
          <ac:spMkLst>
            <pc:docMk/>
            <pc:sldMk cId="2069622168" sldId="268"/>
            <ac:spMk id="4" creationId="{468CFB57-4CC2-9CC8-7094-D8B207E85E78}"/>
          </ac:spMkLst>
        </pc:spChg>
        <pc:spChg chg="del">
          <ac:chgData name="Christian Villanueva" userId="9367907e4847b616" providerId="LiveId" clId="{B198EFEB-DB61-4B34-927C-A5E2E76F4B26}" dt="2023-11-08T23:41:23.356" v="603" actId="478"/>
          <ac:spMkLst>
            <pc:docMk/>
            <pc:sldMk cId="2069622168" sldId="268"/>
            <ac:spMk id="5" creationId="{EA856916-9E78-C94C-CB26-9A6C91B05C22}"/>
          </ac:spMkLst>
        </pc:spChg>
        <pc:spChg chg="del">
          <ac:chgData name="Christian Villanueva" userId="9367907e4847b616" providerId="LiveId" clId="{B198EFEB-DB61-4B34-927C-A5E2E76F4B26}" dt="2023-11-08T23:41:22.121" v="602" actId="478"/>
          <ac:spMkLst>
            <pc:docMk/>
            <pc:sldMk cId="2069622168" sldId="268"/>
            <ac:spMk id="6" creationId="{16C8225B-4FC7-C143-2D54-B375A6D9F8AB}"/>
          </ac:spMkLst>
        </pc:spChg>
        <pc:spChg chg="add mod">
          <ac:chgData name="Christian Villanueva" userId="9367907e4847b616" providerId="LiveId" clId="{B198EFEB-DB61-4B34-927C-A5E2E76F4B26}" dt="2023-11-08T23:53:29.683" v="1187" actId="20577"/>
          <ac:spMkLst>
            <pc:docMk/>
            <pc:sldMk cId="2069622168" sldId="268"/>
            <ac:spMk id="9" creationId="{30D555CC-90BC-BE52-9BE3-30C735F83DFB}"/>
          </ac:spMkLst>
        </pc:spChg>
        <pc:spChg chg="add mod">
          <ac:chgData name="Christian Villanueva" userId="9367907e4847b616" providerId="LiveId" clId="{B198EFEB-DB61-4B34-927C-A5E2E76F4B26}" dt="2023-11-08T23:51:58.329" v="1098" actId="20577"/>
          <ac:spMkLst>
            <pc:docMk/>
            <pc:sldMk cId="2069622168" sldId="268"/>
            <ac:spMk id="11" creationId="{C7E775B9-1E0B-C36E-039D-E221AF18DBF4}"/>
          </ac:spMkLst>
        </pc:spChg>
        <pc:picChg chg="del">
          <ac:chgData name="Christian Villanueva" userId="9367907e4847b616" providerId="LiveId" clId="{B198EFEB-DB61-4B34-927C-A5E2E76F4B26}" dt="2023-11-08T23:41:20.491" v="600" actId="478"/>
          <ac:picMkLst>
            <pc:docMk/>
            <pc:sldMk cId="2069622168" sldId="268"/>
            <ac:picMk id="1026" creationId="{3A5F7F1E-0910-0776-7011-6CA3D5DEFC0B}"/>
          </ac:picMkLst>
        </pc:picChg>
        <pc:picChg chg="del">
          <ac:chgData name="Christian Villanueva" userId="9367907e4847b616" providerId="LiveId" clId="{B198EFEB-DB61-4B34-927C-A5E2E76F4B26}" dt="2023-11-08T23:41:21.091" v="601" actId="478"/>
          <ac:picMkLst>
            <pc:docMk/>
            <pc:sldMk cId="2069622168" sldId="268"/>
            <ac:picMk id="1028" creationId="{C235552A-395E-CEE3-FA10-39C089092389}"/>
          </ac:picMkLst>
        </pc:picChg>
      </pc:sldChg>
      <pc:sldChg chg="del">
        <pc:chgData name="Christian Villanueva" userId="9367907e4847b616" providerId="LiveId" clId="{B198EFEB-DB61-4B34-927C-A5E2E76F4B26}" dt="2023-11-09T00:04:02.981" v="1662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B198EFEB-DB61-4B34-927C-A5E2E76F4B26}" dt="2023-11-09T00:04:06.247" v="1664" actId="47"/>
        <pc:sldMkLst>
          <pc:docMk/>
          <pc:sldMk cId="449043533" sldId="270"/>
        </pc:sldMkLst>
      </pc:sldChg>
      <pc:sldChg chg="add del">
        <pc:chgData name="Christian Villanueva" userId="9367907e4847b616" providerId="LiveId" clId="{B198EFEB-DB61-4B34-927C-A5E2E76F4B26}" dt="2023-11-09T00:04:11.837" v="1667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B198EFEB-DB61-4B34-927C-A5E2E76F4B26}" dt="2023-11-09T00:04:13.874" v="1668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B198EFEB-DB61-4B34-927C-A5E2E76F4B26}" dt="2023-11-09T00:51:13.296" v="2311" actId="120"/>
        <pc:sldMkLst>
          <pc:docMk/>
          <pc:sldMk cId="3805736252" sldId="273"/>
        </pc:sldMkLst>
        <pc:spChg chg="mod">
          <ac:chgData name="Christian Villanueva" userId="9367907e4847b616" providerId="LiveId" clId="{B198EFEB-DB61-4B34-927C-A5E2E76F4B26}" dt="2023-11-08T23:35:51.134" v="208" actId="20577"/>
          <ac:spMkLst>
            <pc:docMk/>
            <pc:sldMk cId="3805736252" sldId="273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1:13.296" v="2311" actId="120"/>
          <ac:spMkLst>
            <pc:docMk/>
            <pc:sldMk cId="3805736252" sldId="273"/>
            <ac:spMk id="3" creationId="{01D8EAC6-B22C-71F3-4A0A-C98523B1A82F}"/>
          </ac:spMkLst>
        </pc:spChg>
      </pc:sldChg>
      <pc:sldChg chg="modSp add mod">
        <pc:chgData name="Christian Villanueva" userId="9367907e4847b616" providerId="LiveId" clId="{B198EFEB-DB61-4B34-927C-A5E2E76F4B26}" dt="2023-11-09T00:56:13.554" v="2695" actId="20577"/>
        <pc:sldMkLst>
          <pc:docMk/>
          <pc:sldMk cId="1730968163" sldId="274"/>
        </pc:sldMkLst>
        <pc:spChg chg="mod">
          <ac:chgData name="Christian Villanueva" userId="9367907e4847b616" providerId="LiveId" clId="{B198EFEB-DB61-4B34-927C-A5E2E76F4B26}" dt="2023-11-08T23:39:54.898" v="414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6:13.554" v="2695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delSp modSp add mod">
        <pc:chgData name="Christian Villanueva" userId="9367907e4847b616" providerId="LiveId" clId="{B198EFEB-DB61-4B34-927C-A5E2E76F4B26}" dt="2023-11-08T23:58:03.578" v="1521" actId="14100"/>
        <pc:sldMkLst>
          <pc:docMk/>
          <pc:sldMk cId="725816632" sldId="275"/>
        </pc:sldMkLst>
        <pc:spChg chg="mod">
          <ac:chgData name="Christian Villanueva" userId="9367907e4847b616" providerId="LiveId" clId="{B198EFEB-DB61-4B34-927C-A5E2E76F4B26}" dt="2023-11-08T23:54:53.366" v="1219" actId="20577"/>
          <ac:spMkLst>
            <pc:docMk/>
            <pc:sldMk cId="725816632" sldId="275"/>
            <ac:spMk id="2" creationId="{86705015-20EE-35FE-01D6-B865C6688E52}"/>
          </ac:spMkLst>
        </pc:spChg>
        <pc:spChg chg="add mod">
          <ac:chgData name="Christian Villanueva" userId="9367907e4847b616" providerId="LiveId" clId="{B198EFEB-DB61-4B34-927C-A5E2E76F4B26}" dt="2023-11-08T23:56:04.691" v="1399" actId="113"/>
          <ac:spMkLst>
            <pc:docMk/>
            <pc:sldMk cId="725816632" sldId="275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8T23:55:19.496" v="1375" actId="20577"/>
          <ac:spMkLst>
            <pc:docMk/>
            <pc:sldMk cId="725816632" sldId="275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4:58.256" v="1222" actId="478"/>
          <ac:spMkLst>
            <pc:docMk/>
            <pc:sldMk cId="725816632" sldId="275"/>
            <ac:spMk id="11" creationId="{C7E775B9-1E0B-C36E-039D-E221AF18DBF4}"/>
          </ac:spMkLst>
        </pc:spChg>
        <pc:spChg chg="add mod">
          <ac:chgData name="Christian Villanueva" userId="9367907e4847b616" providerId="LiveId" clId="{B198EFEB-DB61-4B34-927C-A5E2E76F4B26}" dt="2023-11-08T23:56:38.034" v="1449" actId="20577"/>
          <ac:spMkLst>
            <pc:docMk/>
            <pc:sldMk cId="725816632" sldId="275"/>
            <ac:spMk id="18" creationId="{059AE5CF-669A-4873-4897-A93E44470386}"/>
          </ac:spMkLst>
        </pc:spChg>
        <pc:spChg chg="add mod">
          <ac:chgData name="Christian Villanueva" userId="9367907e4847b616" providerId="LiveId" clId="{B198EFEB-DB61-4B34-927C-A5E2E76F4B26}" dt="2023-11-08T23:57:02.663" v="1475" actId="14100"/>
          <ac:spMkLst>
            <pc:docMk/>
            <pc:sldMk cId="725816632" sldId="275"/>
            <ac:spMk id="22" creationId="{495EB525-EEEE-29E1-AD3D-DCB36C01C272}"/>
          </ac:spMkLst>
        </pc:spChg>
        <pc:spChg chg="add mod">
          <ac:chgData name="Christian Villanueva" userId="9367907e4847b616" providerId="LiveId" clId="{B198EFEB-DB61-4B34-927C-A5E2E76F4B26}" dt="2023-11-08T23:57:27.394" v="1489" actId="20577"/>
          <ac:spMkLst>
            <pc:docMk/>
            <pc:sldMk cId="725816632" sldId="275"/>
            <ac:spMk id="26" creationId="{C09BEAFE-596D-A9F2-102B-64A54314209E}"/>
          </ac:spMkLst>
        </pc:spChg>
        <pc:spChg chg="add mod">
          <ac:chgData name="Christian Villanueva" userId="9367907e4847b616" providerId="LiveId" clId="{B198EFEB-DB61-4B34-927C-A5E2E76F4B26}" dt="2023-11-08T23:58:03.578" v="1521" actId="14100"/>
          <ac:spMkLst>
            <pc:docMk/>
            <pc:sldMk cId="725816632" sldId="275"/>
            <ac:spMk id="32" creationId="{427068FB-19B2-4053-6F6A-039E913B117D}"/>
          </ac:spMkLst>
        </pc:spChg>
        <pc:picChg chg="add mod modCrop">
          <ac:chgData name="Christian Villanueva" userId="9367907e4847b616" providerId="LiveId" clId="{B198EFEB-DB61-4B34-927C-A5E2E76F4B26}" dt="2023-11-08T23:55:39.159" v="1382" actId="1076"/>
          <ac:picMkLst>
            <pc:docMk/>
            <pc:sldMk cId="725816632" sldId="275"/>
            <ac:picMk id="4" creationId="{CF1F910E-1472-1EA9-E49C-066371E83543}"/>
          </ac:picMkLst>
        </pc:picChg>
        <pc:cxnChg chg="add mod">
          <ac:chgData name="Christian Villanueva" userId="9367907e4847b616" providerId="LiveId" clId="{B198EFEB-DB61-4B34-927C-A5E2E76F4B26}" dt="2023-11-08T23:55:52.706" v="1384" actId="13822"/>
          <ac:cxnSpMkLst>
            <pc:docMk/>
            <pc:sldMk cId="725816632" sldId="275"/>
            <ac:cxnSpMk id="6" creationId="{C08F77BF-4AEB-809E-D7C7-C9C60A1C4E32}"/>
          </ac:cxnSpMkLst>
        </pc:cxnChg>
        <pc:cxnChg chg="add mod">
          <ac:chgData name="Christian Villanueva" userId="9367907e4847b616" providerId="LiveId" clId="{B198EFEB-DB61-4B34-927C-A5E2E76F4B26}" dt="2023-11-08T23:56:17.761" v="1404" actId="14100"/>
          <ac:cxnSpMkLst>
            <pc:docMk/>
            <pc:sldMk cId="725816632" sldId="275"/>
            <ac:cxnSpMk id="13" creationId="{14C0BCB0-6E01-DE32-3711-8EBB670C6235}"/>
          </ac:cxnSpMkLst>
        </pc:cxnChg>
        <pc:cxnChg chg="add mod">
          <ac:chgData name="Christian Villanueva" userId="9367907e4847b616" providerId="LiveId" clId="{B198EFEB-DB61-4B34-927C-A5E2E76F4B26}" dt="2023-11-08T23:56:47.305" v="1453" actId="14100"/>
          <ac:cxnSpMkLst>
            <pc:docMk/>
            <pc:sldMk cId="725816632" sldId="275"/>
            <ac:cxnSpMk id="19" creationId="{476B0E5D-C326-7946-BF65-2E14D4C1BFE8}"/>
          </ac:cxnSpMkLst>
        </pc:cxnChg>
        <pc:cxnChg chg="add mod">
          <ac:chgData name="Christian Villanueva" userId="9367907e4847b616" providerId="LiveId" clId="{B198EFEB-DB61-4B34-927C-A5E2E76F4B26}" dt="2023-11-08T23:57:19.791" v="1480" actId="14100"/>
          <ac:cxnSpMkLst>
            <pc:docMk/>
            <pc:sldMk cId="725816632" sldId="275"/>
            <ac:cxnSpMk id="23" creationId="{3627D96E-5789-A359-E272-6FE92C348D8B}"/>
          </ac:cxnSpMkLst>
        </pc:cxnChg>
        <pc:cxnChg chg="add mod">
          <ac:chgData name="Christian Villanueva" userId="9367907e4847b616" providerId="LiveId" clId="{B198EFEB-DB61-4B34-927C-A5E2E76F4B26}" dt="2023-11-08T23:57:42.827" v="1492" actId="14100"/>
          <ac:cxnSpMkLst>
            <pc:docMk/>
            <pc:sldMk cId="725816632" sldId="275"/>
            <ac:cxnSpMk id="27" creationId="{3DA1B4B6-3B25-3CC0-78E0-AC1FB1653E26}"/>
          </ac:cxnSpMkLst>
        </pc:cxnChg>
        <pc:cxnChg chg="add mod">
          <ac:chgData name="Christian Villanueva" userId="9367907e4847b616" providerId="LiveId" clId="{B198EFEB-DB61-4B34-927C-A5E2E76F4B26}" dt="2023-11-08T23:57:52.296" v="1496" actId="14100"/>
          <ac:cxnSpMkLst>
            <pc:docMk/>
            <pc:sldMk cId="725816632" sldId="275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3:28.699" v="1661" actId="20577"/>
        <pc:sldMkLst>
          <pc:docMk/>
          <pc:sldMk cId="900127888" sldId="276"/>
        </pc:sldMkLst>
        <pc:spChg chg="del">
          <ac:chgData name="Christian Villanueva" userId="9367907e4847b616" providerId="LiveId" clId="{B198EFEB-DB61-4B34-927C-A5E2E76F4B26}" dt="2023-11-08T23:58:34.353" v="1525" actId="478"/>
          <ac:spMkLst>
            <pc:docMk/>
            <pc:sldMk cId="900127888" sldId="276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9T00:03:28.699" v="1661" actId="20577"/>
          <ac:spMkLst>
            <pc:docMk/>
            <pc:sldMk cId="900127888" sldId="276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8:42.003" v="1532" actId="478"/>
          <ac:spMkLst>
            <pc:docMk/>
            <pc:sldMk cId="900127888" sldId="276"/>
            <ac:spMk id="18" creationId="{059AE5CF-669A-4873-4897-A93E44470386}"/>
          </ac:spMkLst>
        </pc:spChg>
        <pc:spChg chg="del">
          <ac:chgData name="Christian Villanueva" userId="9367907e4847b616" providerId="LiveId" clId="{B198EFEB-DB61-4B34-927C-A5E2E76F4B26}" dt="2023-11-08T23:58:35.629" v="1526" actId="478"/>
          <ac:spMkLst>
            <pc:docMk/>
            <pc:sldMk cId="900127888" sldId="276"/>
            <ac:spMk id="22" creationId="{495EB525-EEEE-29E1-AD3D-DCB36C01C272}"/>
          </ac:spMkLst>
        </pc:spChg>
        <pc:spChg chg="del mod">
          <ac:chgData name="Christian Villanueva" userId="9367907e4847b616" providerId="LiveId" clId="{B198EFEB-DB61-4B34-927C-A5E2E76F4B26}" dt="2023-11-08T23:58:44.335" v="1535" actId="478"/>
          <ac:spMkLst>
            <pc:docMk/>
            <pc:sldMk cId="900127888" sldId="276"/>
            <ac:spMk id="26" creationId="{C09BEAFE-596D-A9F2-102B-64A54314209E}"/>
          </ac:spMkLst>
        </pc:spChg>
        <pc:spChg chg="del">
          <ac:chgData name="Christian Villanueva" userId="9367907e4847b616" providerId="LiveId" clId="{B198EFEB-DB61-4B34-927C-A5E2E76F4B26}" dt="2023-11-08T23:58:36.773" v="1527" actId="478"/>
          <ac:spMkLst>
            <pc:docMk/>
            <pc:sldMk cId="900127888" sldId="276"/>
            <ac:spMk id="32" creationId="{427068FB-19B2-4053-6F6A-039E913B117D}"/>
          </ac:spMkLst>
        </pc:spChg>
        <pc:picChg chg="del">
          <ac:chgData name="Christian Villanueva" userId="9367907e4847b616" providerId="LiveId" clId="{B198EFEB-DB61-4B34-927C-A5E2E76F4B26}" dt="2023-11-08T23:58:32.071" v="1523" actId="478"/>
          <ac:picMkLst>
            <pc:docMk/>
            <pc:sldMk cId="900127888" sldId="276"/>
            <ac:picMk id="4" creationId="{CF1F910E-1472-1EA9-E49C-066371E83543}"/>
          </ac:picMkLst>
        </pc:picChg>
        <pc:cxnChg chg="del">
          <ac:chgData name="Christian Villanueva" userId="9367907e4847b616" providerId="LiveId" clId="{B198EFEB-DB61-4B34-927C-A5E2E76F4B26}" dt="2023-11-08T23:58:33.231" v="1524" actId="478"/>
          <ac:cxnSpMkLst>
            <pc:docMk/>
            <pc:sldMk cId="900127888" sldId="276"/>
            <ac:cxnSpMk id="6" creationId="{C08F77BF-4AEB-809E-D7C7-C9C60A1C4E32}"/>
          </ac:cxnSpMkLst>
        </pc:cxnChg>
        <pc:cxnChg chg="del">
          <ac:chgData name="Christian Villanueva" userId="9367907e4847b616" providerId="LiveId" clId="{B198EFEB-DB61-4B34-927C-A5E2E76F4B26}" dt="2023-11-08T23:58:40.229" v="1531" actId="478"/>
          <ac:cxnSpMkLst>
            <pc:docMk/>
            <pc:sldMk cId="900127888" sldId="276"/>
            <ac:cxnSpMk id="13" creationId="{14C0BCB0-6E01-DE32-3711-8EBB670C6235}"/>
          </ac:cxnSpMkLst>
        </pc:cxnChg>
        <pc:cxnChg chg="del">
          <ac:chgData name="Christian Villanueva" userId="9367907e4847b616" providerId="LiveId" clId="{B198EFEB-DB61-4B34-927C-A5E2E76F4B26}" dt="2023-11-08T23:58:39.428" v="1530" actId="478"/>
          <ac:cxnSpMkLst>
            <pc:docMk/>
            <pc:sldMk cId="900127888" sldId="276"/>
            <ac:cxnSpMk id="19" creationId="{476B0E5D-C326-7946-BF65-2E14D4C1BFE8}"/>
          </ac:cxnSpMkLst>
        </pc:cxnChg>
        <pc:cxnChg chg="del">
          <ac:chgData name="Christian Villanueva" userId="9367907e4847b616" providerId="LiveId" clId="{B198EFEB-DB61-4B34-927C-A5E2E76F4B26}" dt="2023-11-08T23:58:42.535" v="1533" actId="478"/>
          <ac:cxnSpMkLst>
            <pc:docMk/>
            <pc:sldMk cId="900127888" sldId="276"/>
            <ac:cxnSpMk id="23" creationId="{3627D96E-5789-A359-E272-6FE92C348D8B}"/>
          </ac:cxnSpMkLst>
        </pc:cxnChg>
        <pc:cxnChg chg="del">
          <ac:chgData name="Christian Villanueva" userId="9367907e4847b616" providerId="LiveId" clId="{B198EFEB-DB61-4B34-927C-A5E2E76F4B26}" dt="2023-11-08T23:58:37.858" v="1528" actId="478"/>
          <ac:cxnSpMkLst>
            <pc:docMk/>
            <pc:sldMk cId="900127888" sldId="276"/>
            <ac:cxnSpMk id="27" creationId="{3DA1B4B6-3B25-3CC0-78E0-AC1FB1653E26}"/>
          </ac:cxnSpMkLst>
        </pc:cxnChg>
        <pc:cxnChg chg="del">
          <ac:chgData name="Christian Villanueva" userId="9367907e4847b616" providerId="LiveId" clId="{B198EFEB-DB61-4B34-927C-A5E2E76F4B26}" dt="2023-11-08T23:58:38.380" v="1529" actId="478"/>
          <ac:cxnSpMkLst>
            <pc:docMk/>
            <pc:sldMk cId="900127888" sldId="276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7:25.054" v="2228" actId="20577"/>
        <pc:sldMkLst>
          <pc:docMk/>
          <pc:sldMk cId="3397633289" sldId="277"/>
        </pc:sldMkLst>
        <pc:spChg chg="mod">
          <ac:chgData name="Christian Villanueva" userId="9367907e4847b616" providerId="LiveId" clId="{B198EFEB-DB61-4B34-927C-A5E2E76F4B26}" dt="2023-11-09T00:07:25.054" v="2228" actId="20577"/>
          <ac:spMkLst>
            <pc:docMk/>
            <pc:sldMk cId="3397633289" sldId="277"/>
            <ac:spMk id="9" creationId="{30D555CC-90BC-BE52-9BE3-30C735F83DFB}"/>
          </ac:spMkLst>
        </pc:spChg>
        <pc:spChg chg="del mod">
          <ac:chgData name="Christian Villanueva" userId="9367907e4847b616" providerId="LiveId" clId="{B198EFEB-DB61-4B34-927C-A5E2E76F4B26}" dt="2023-11-09T00:05:05.076" v="1673" actId="478"/>
          <ac:spMkLst>
            <pc:docMk/>
            <pc:sldMk cId="3397633289" sldId="277"/>
            <ac:spMk id="11" creationId="{C7E775B9-1E0B-C36E-039D-E221AF18DBF4}"/>
          </ac:spMkLst>
        </pc:sp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  <pc:docChgLst>
    <pc:chgData name="Christian Villanueva" userId="9367907e4847b616" providerId="LiveId" clId="{358B7E07-D029-43F0-93AB-118D3A727236}"/>
    <pc:docChg chg="undo custSel addSld delSld modSld">
      <pc:chgData name="Christian Villanueva" userId="9367907e4847b616" providerId="LiveId" clId="{358B7E07-D029-43F0-93AB-118D3A727236}" dt="2023-11-11T03:47:56.505" v="2492" actId="12"/>
      <pc:docMkLst>
        <pc:docMk/>
      </pc:docMkLst>
      <pc:sldChg chg="modSp mod">
        <pc:chgData name="Christian Villanueva" userId="9367907e4847b616" providerId="LiveId" clId="{358B7E07-D029-43F0-93AB-118D3A727236}" dt="2023-11-10T19:55:53.485" v="11" actId="20577"/>
        <pc:sldMkLst>
          <pc:docMk/>
          <pc:sldMk cId="2517860399" sldId="256"/>
        </pc:sldMkLst>
        <pc:spChg chg="mod">
          <ac:chgData name="Christian Villanueva" userId="9367907e4847b616" providerId="LiveId" clId="{358B7E07-D029-43F0-93AB-118D3A727236}" dt="2023-11-10T19:55:53.48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358B7E07-D029-43F0-93AB-118D3A727236}" dt="2023-11-10T20:15:27.312" v="555" actId="20577"/>
        <pc:sldMkLst>
          <pc:docMk/>
          <pc:sldMk cId="1457034104" sldId="257"/>
        </pc:sldMkLst>
        <pc:spChg chg="mod">
          <ac:chgData name="Christian Villanueva" userId="9367907e4847b616" providerId="LiveId" clId="{358B7E07-D029-43F0-93AB-118D3A727236}" dt="2023-11-10T20:15:27.312" v="555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358B7E07-D029-43F0-93AB-118D3A727236}" dt="2023-11-10T23:12:55.392" v="1599"/>
        <pc:sldMkLst>
          <pc:docMk/>
          <pc:sldMk cId="2069622168" sldId="268"/>
        </pc:sldMkLst>
        <pc:spChg chg="mod">
          <ac:chgData name="Christian Villanueva" userId="9367907e4847b616" providerId="LiveId" clId="{358B7E07-D029-43F0-93AB-118D3A727236}" dt="2023-11-10T23:06:13.831" v="728" actId="20577"/>
          <ac:spMkLst>
            <pc:docMk/>
            <pc:sldMk cId="2069622168" sldId="26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0T23:12:55.392" v="1599"/>
          <ac:spMkLst>
            <pc:docMk/>
            <pc:sldMk cId="2069622168" sldId="268"/>
            <ac:spMk id="3" creationId="{3B19FA53-20D9-446D-1578-9915B6AADAEC}"/>
          </ac:spMkLst>
        </pc:spChg>
        <pc:spChg chg="mod">
          <ac:chgData name="Christian Villanueva" userId="9367907e4847b616" providerId="LiveId" clId="{358B7E07-D029-43F0-93AB-118D3A727236}" dt="2023-11-10T23:12:53.421" v="1597" actId="27636"/>
          <ac:spMkLst>
            <pc:docMk/>
            <pc:sldMk cId="2069622168" sldId="268"/>
            <ac:spMk id="9" creationId="{30D555CC-90BC-BE52-9BE3-30C735F83DFB}"/>
          </ac:spMkLst>
        </pc:spChg>
        <pc:spChg chg="del">
          <ac:chgData name="Christian Villanueva" userId="9367907e4847b616" providerId="LiveId" clId="{358B7E07-D029-43F0-93AB-118D3A727236}" dt="2023-11-10T23:06:22.978" v="731" actId="478"/>
          <ac:spMkLst>
            <pc:docMk/>
            <pc:sldMk cId="2069622168" sldId="268"/>
            <ac:spMk id="11" creationId="{C7E775B9-1E0B-C36E-039D-E221AF18DBF4}"/>
          </ac:spMkLst>
        </pc:spChg>
      </pc:sldChg>
      <pc:sldChg chg="modSp mod">
        <pc:chgData name="Christian Villanueva" userId="9367907e4847b616" providerId="LiveId" clId="{358B7E07-D029-43F0-93AB-118D3A727236}" dt="2023-11-10T20:18:09.440" v="709" actId="20577"/>
        <pc:sldMkLst>
          <pc:docMk/>
          <pc:sldMk cId="3805736252" sldId="273"/>
        </pc:sldMkLst>
        <pc:spChg chg="mod">
          <ac:chgData name="Christian Villanueva" userId="9367907e4847b616" providerId="LiveId" clId="{358B7E07-D029-43F0-93AB-118D3A727236}" dt="2023-11-10T20:18:09.440" v="709" actId="20577"/>
          <ac:spMkLst>
            <pc:docMk/>
            <pc:sldMk cId="3805736252" sldId="273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358B7E07-D029-43F0-93AB-118D3A727236}" dt="2023-11-10T20:17:48.662" v="663" actId="20577"/>
        <pc:sldMkLst>
          <pc:docMk/>
          <pc:sldMk cId="1730968163" sldId="274"/>
        </pc:sldMkLst>
        <pc:spChg chg="mod">
          <ac:chgData name="Christian Villanueva" userId="9367907e4847b616" providerId="LiveId" clId="{358B7E07-D029-43F0-93AB-118D3A727236}" dt="2023-11-10T20:17:48.662" v="663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del">
        <pc:chgData name="Christian Villanueva" userId="9367907e4847b616" providerId="LiveId" clId="{358B7E07-D029-43F0-93AB-118D3A727236}" dt="2023-11-10T23:13:49.002" v="1601" actId="47"/>
        <pc:sldMkLst>
          <pc:docMk/>
          <pc:sldMk cId="725816632" sldId="275"/>
        </pc:sldMkLst>
      </pc:sldChg>
      <pc:sldChg chg="modSp mod">
        <pc:chgData name="Christian Villanueva" userId="9367907e4847b616" providerId="LiveId" clId="{358B7E07-D029-43F0-93AB-118D3A727236}" dt="2023-11-10T23:15:31.037" v="1787" actId="403"/>
        <pc:sldMkLst>
          <pc:docMk/>
          <pc:sldMk cId="900127888" sldId="276"/>
        </pc:sldMkLst>
        <pc:spChg chg="mod">
          <ac:chgData name="Christian Villanueva" userId="9367907e4847b616" providerId="LiveId" clId="{358B7E07-D029-43F0-93AB-118D3A727236}" dt="2023-11-10T23:15:31.037" v="1787" actId="403"/>
          <ac:spMkLst>
            <pc:docMk/>
            <pc:sldMk cId="900127888" sldId="276"/>
            <ac:spMk id="9" creationId="{30D555CC-90BC-BE52-9BE3-30C735F83DFB}"/>
          </ac:spMkLst>
        </pc:spChg>
      </pc:sldChg>
      <pc:sldChg chg="modSp add mod">
        <pc:chgData name="Christian Villanueva" userId="9367907e4847b616" providerId="LiveId" clId="{358B7E07-D029-43F0-93AB-118D3A727236}" dt="2023-11-10T23:56:39.122" v="2062" actId="113"/>
        <pc:sldMkLst>
          <pc:docMk/>
          <pc:sldMk cId="2966078865" sldId="277"/>
        </pc:sldMkLst>
        <pc:spChg chg="mod">
          <ac:chgData name="Christian Villanueva" userId="9367907e4847b616" providerId="LiveId" clId="{358B7E07-D029-43F0-93AB-118D3A727236}" dt="2023-11-10T23:35:42.307" v="1806" actId="20577"/>
          <ac:spMkLst>
            <pc:docMk/>
            <pc:sldMk cId="2966078865" sldId="277"/>
            <ac:spMk id="2" creationId="{86705015-20EE-35FE-01D6-B865C6688E52}"/>
          </ac:spMkLst>
        </pc:spChg>
        <pc:spChg chg="mod">
          <ac:chgData name="Christian Villanueva" userId="9367907e4847b616" providerId="LiveId" clId="{358B7E07-D029-43F0-93AB-118D3A727236}" dt="2023-11-10T23:56:39.122" v="2062" actId="113"/>
          <ac:spMkLst>
            <pc:docMk/>
            <pc:sldMk cId="2966078865" sldId="277"/>
            <ac:spMk id="9" creationId="{30D555CC-90BC-BE52-9BE3-30C735F83DFB}"/>
          </ac:spMkLst>
        </pc:spChg>
      </pc:sldChg>
      <pc:sldChg chg="del">
        <pc:chgData name="Christian Villanueva" userId="9367907e4847b616" providerId="LiveId" clId="{358B7E07-D029-43F0-93AB-118D3A727236}" dt="2023-11-10T23:13:38.990" v="1600" actId="47"/>
        <pc:sldMkLst>
          <pc:docMk/>
          <pc:sldMk cId="3397633289" sldId="277"/>
        </pc:sldMkLst>
      </pc:sldChg>
      <pc:sldChg chg="addSp delSp modSp add mod">
        <pc:chgData name="Christian Villanueva" userId="9367907e4847b616" providerId="LiveId" clId="{358B7E07-D029-43F0-93AB-118D3A727236}" dt="2023-11-11T00:02:29.707" v="2316" actId="20577"/>
        <pc:sldMkLst>
          <pc:docMk/>
          <pc:sldMk cId="622744091" sldId="278"/>
        </pc:sldMkLst>
        <pc:spChg chg="mod">
          <ac:chgData name="Christian Villanueva" userId="9367907e4847b616" providerId="LiveId" clId="{358B7E07-D029-43F0-93AB-118D3A727236}" dt="2023-11-11T00:02:29.707" v="2316" actId="20577"/>
          <ac:spMkLst>
            <pc:docMk/>
            <pc:sldMk cId="622744091" sldId="27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3" creationId="{9AD0509B-4DAC-03BB-3D49-B57A3F30C184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9" creationId="{30D555CC-90BC-BE52-9BE3-30C735F83DFB}"/>
          </ac:spMkLst>
        </pc:spChg>
        <pc:picChg chg="add del mod">
          <ac:chgData name="Christian Villanueva" userId="9367907e4847b616" providerId="LiveId" clId="{358B7E07-D029-43F0-93AB-118D3A727236}" dt="2023-11-11T00:02:23.784" v="2284" actId="1076"/>
          <ac:picMkLst>
            <pc:docMk/>
            <pc:sldMk cId="622744091" sldId="278"/>
            <ac:picMk id="1026" creationId="{CF4724C5-69D2-6886-4CE8-876AB179D7CA}"/>
          </ac:picMkLst>
        </pc:picChg>
      </pc:sldChg>
      <pc:sldChg chg="addSp delSp modSp add">
        <pc:chgData name="Christian Villanueva" userId="9367907e4847b616" providerId="LiveId" clId="{358B7E07-D029-43F0-93AB-118D3A727236}" dt="2023-11-11T03:19:26.790" v="2328" actId="1076"/>
        <pc:sldMkLst>
          <pc:docMk/>
          <pc:sldMk cId="4170348440" sldId="279"/>
        </pc:sldMkLst>
        <pc:picChg chg="del">
          <ac:chgData name="Christian Villanueva" userId="9367907e4847b616" providerId="LiveId" clId="{358B7E07-D029-43F0-93AB-118D3A727236}" dt="2023-11-11T00:04:20.387" v="2318" actId="478"/>
          <ac:picMkLst>
            <pc:docMk/>
            <pc:sldMk cId="4170348440" sldId="279"/>
            <ac:picMk id="1026" creationId="{CF4724C5-69D2-6886-4CE8-876AB179D7CA}"/>
          </ac:picMkLst>
        </pc:picChg>
        <pc:picChg chg="add mod">
          <ac:chgData name="Christian Villanueva" userId="9367907e4847b616" providerId="LiveId" clId="{358B7E07-D029-43F0-93AB-118D3A727236}" dt="2023-11-11T03:19:26.790" v="2328" actId="1076"/>
          <ac:picMkLst>
            <pc:docMk/>
            <pc:sldMk cId="4170348440" sldId="279"/>
            <ac:picMk id="2050" creationId="{C9C95139-C000-2D64-CFD1-C602AE1425C3}"/>
          </ac:picMkLst>
        </pc:picChg>
        <pc:picChg chg="add del">
          <ac:chgData name="Christian Villanueva" userId="9367907e4847b616" providerId="LiveId" clId="{358B7E07-D029-43F0-93AB-118D3A727236}" dt="2023-11-11T03:19:15.921" v="2326"/>
          <ac:picMkLst>
            <pc:docMk/>
            <pc:sldMk cId="4170348440" sldId="279"/>
            <ac:picMk id="2052" creationId="{3EB79D71-B7D9-DF1F-4FD3-BDF9FDDECB3B}"/>
          </ac:picMkLst>
        </pc:picChg>
      </pc:sldChg>
      <pc:sldChg chg="addSp delSp modSp add mod">
        <pc:chgData name="Christian Villanueva" userId="9367907e4847b616" providerId="LiveId" clId="{358B7E07-D029-43F0-93AB-118D3A727236}" dt="2023-11-11T03:21:26.599" v="2357" actId="20577"/>
        <pc:sldMkLst>
          <pc:docMk/>
          <pc:sldMk cId="3524410507" sldId="280"/>
        </pc:sldMkLst>
        <pc:spChg chg="mod">
          <ac:chgData name="Christian Villanueva" userId="9367907e4847b616" providerId="LiveId" clId="{358B7E07-D029-43F0-93AB-118D3A727236}" dt="2023-11-11T03:21:26.599" v="2357" actId="20577"/>
          <ac:spMkLst>
            <pc:docMk/>
            <pc:sldMk cId="3524410507" sldId="280"/>
            <ac:spMk id="2" creationId="{86705015-20EE-35FE-01D6-B865C6688E52}"/>
          </ac:spMkLst>
        </pc:spChg>
        <pc:picChg chg="del">
          <ac:chgData name="Christian Villanueva" userId="9367907e4847b616" providerId="LiveId" clId="{358B7E07-D029-43F0-93AB-118D3A727236}" dt="2023-11-11T03:19:29.214" v="2329" actId="478"/>
          <ac:picMkLst>
            <pc:docMk/>
            <pc:sldMk cId="3524410507" sldId="280"/>
            <ac:picMk id="2050" creationId="{C9C95139-C000-2D64-CFD1-C602AE1425C3}"/>
          </ac:picMkLst>
        </pc:picChg>
        <pc:picChg chg="add mod">
          <ac:chgData name="Christian Villanueva" userId="9367907e4847b616" providerId="LiveId" clId="{358B7E07-D029-43F0-93AB-118D3A727236}" dt="2023-11-11T03:21:08.813" v="2333" actId="1076"/>
          <ac:picMkLst>
            <pc:docMk/>
            <pc:sldMk cId="3524410507" sldId="280"/>
            <ac:picMk id="3074" creationId="{7F4481DF-6C68-6353-93D0-F46404B12C3C}"/>
          </ac:picMkLst>
        </pc:picChg>
      </pc:sldChg>
      <pc:sldChg chg="addSp delSp modSp add mod">
        <pc:chgData name="Christian Villanueva" userId="9367907e4847b616" providerId="LiveId" clId="{358B7E07-D029-43F0-93AB-118D3A727236}" dt="2023-11-11T03:47:56.505" v="2492" actId="12"/>
        <pc:sldMkLst>
          <pc:docMk/>
          <pc:sldMk cId="898953537" sldId="281"/>
        </pc:sldMkLst>
        <pc:spChg chg="mod">
          <ac:chgData name="Christian Villanueva" userId="9367907e4847b616" providerId="LiveId" clId="{358B7E07-D029-43F0-93AB-118D3A727236}" dt="2023-11-11T03:38:32.677" v="2384" actId="20577"/>
          <ac:spMkLst>
            <pc:docMk/>
            <pc:sldMk cId="898953537" sldId="281"/>
            <ac:spMk id="2" creationId="{86705015-20EE-35FE-01D6-B865C6688E52}"/>
          </ac:spMkLst>
        </pc:spChg>
        <pc:spChg chg="add mod">
          <ac:chgData name="Christian Villanueva" userId="9367907e4847b616" providerId="LiveId" clId="{358B7E07-D029-43F0-93AB-118D3A727236}" dt="2023-11-11T03:47:56.505" v="2492" actId="12"/>
          <ac:spMkLst>
            <pc:docMk/>
            <pc:sldMk cId="898953537" sldId="281"/>
            <ac:spMk id="3" creationId="{A4AA0203-9C1B-60FE-194D-F32FD2F8508D}"/>
          </ac:spMkLst>
        </pc:spChg>
        <pc:picChg chg="del">
          <ac:chgData name="Christian Villanueva" userId="9367907e4847b616" providerId="LiveId" clId="{358B7E07-D029-43F0-93AB-118D3A727236}" dt="2023-11-11T03:38:36.876" v="2385" actId="478"/>
          <ac:picMkLst>
            <pc:docMk/>
            <pc:sldMk cId="898953537" sldId="281"/>
            <ac:picMk id="3074" creationId="{7F4481DF-6C68-6353-93D0-F46404B12C3C}"/>
          </ac:picMkLst>
        </pc:picChg>
        <pc:picChg chg="add mod">
          <ac:chgData name="Christian Villanueva" userId="9367907e4847b616" providerId="LiveId" clId="{358B7E07-D029-43F0-93AB-118D3A727236}" dt="2023-11-11T03:46:34.945" v="2388" actId="1076"/>
          <ac:picMkLst>
            <pc:docMk/>
            <pc:sldMk cId="898953537" sldId="281"/>
            <ac:picMk id="4098" creationId="{38AB6002-4B26-341C-454E-9F792D6AB71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Regresión Lineal Múltiple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Coeficientes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i="1" dirty="0"/>
                  <a:t>La regresión lineal múltiple, a diferencia de la regresión lineal simple, tiene la característica que tiene “n” predictores, y por ende tiene “n+1” coeficientes que estimar. Por ende, tiene menos grados de libertad.</a:t>
                </a:r>
              </a:p>
              <a:p>
                <a:pPr marL="0" indent="0" algn="just">
                  <a:buNone/>
                </a:pPr>
                <a:endParaRPr lang="es-SV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S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SV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SV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</m:oMath>
                  </m:oMathPara>
                </a14:m>
                <a:endParaRPr lang="es-SV" i="1" dirty="0"/>
              </a:p>
              <a:p>
                <a:pPr marL="0" indent="0" algn="just">
                  <a:buNone/>
                </a:pPr>
                <a:endParaRPr lang="es-ES" sz="2000" b="1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Ecuación de la recta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i="1" dirty="0"/>
              <a:t>La ecuación de la recta generada es:</a:t>
            </a:r>
          </a:p>
          <a:p>
            <a:pPr marL="0" indent="0" algn="just">
              <a:buNone/>
            </a:pPr>
            <a:endParaRPr lang="es-SV" b="0" i="1" dirty="0"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Interpretación de la recta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i="1" dirty="0"/>
              <a:t>Entonces, ¿qué nos muestran los valores que hemos calculado? </a:t>
            </a:r>
            <a:r>
              <a:rPr lang="es-ES" sz="2000" i="1" dirty="0"/>
              <a:t>¿Cambian de alguna forma respecto a la regresión lineal simple?</a:t>
            </a:r>
            <a:endParaRPr lang="es-SV" sz="2000" i="1" dirty="0"/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R cuadrado ajustado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s-SV" sz="2400" dirty="0"/>
                  <a:t>A medida nosotros introducimos más variables al modelo, es natural y normal que el R cuadrado disminuya, porque le estamos dando más información al modelo para que sea preciso. Al agregar más predictores, tendemos a ganar información mas no a perderla. Pero, si agregamos más predictores el modelo se vuelve más </a:t>
                </a:r>
                <a:r>
                  <a:rPr lang="es-SV" sz="2400" b="1" dirty="0"/>
                  <a:t>complejo. </a:t>
                </a:r>
                <a:r>
                  <a:rPr lang="es-SV" sz="2400" dirty="0"/>
                  <a:t>Entonces, sopesar entre complejidad del modelo y un mejor R cuadrado es algo que tenemos que tener en cuenta al crear un modelo.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𝑐𝑜𝑒𝑓𝑖𝑐𝑖𝑒𝑛𝑡𝑒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𝑑𝑒𝑡𝑒𝑟𝑚𝑖𝑛𝑎𝑐𝑖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SV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𝑚𝑒𝑟𝑜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𝑝𝑟𝑒𝑑𝑖𝑐𝑡𝑜𝑟𝑒𝑠</m:t>
                      </m:r>
                    </m:oMath>
                  </m:oMathPara>
                </a14:m>
                <a:endParaRPr lang="es-SV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𝑡𝑎𝑚𝑎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𝑚𝑢𝑒𝑠𝑡𝑟𝑎</m:t>
                      </m:r>
                    </m:oMath>
                  </m:oMathPara>
                </a14:m>
                <a:endParaRPr lang="es-SV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62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Inferencia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SV" dirty="0"/>
                  <a:t>En este caso, para regresiones múltiples estamos buscando que:</a:t>
                </a:r>
              </a:p>
              <a:p>
                <a:pPr marL="0" indent="0">
                  <a:buNone/>
                </a:pPr>
                <a:endParaRPr lang="es-SV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SV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SV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SV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SV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𝑝𝑜𝑟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𝑚𝑒𝑛𝑜𝑠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≠0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≠0,…,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SV" sz="32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12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Predicción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Cuando buscamos predecir, lo que buscamos en esencia es entender de qué forma podemos anticiparnos a los resultados construyendo el mejor modelo posible. </a:t>
            </a:r>
          </a:p>
          <a:p>
            <a:pPr marL="0" indent="0">
              <a:buNone/>
            </a:pPr>
            <a:endParaRPr lang="es-SV" sz="3200" dirty="0"/>
          </a:p>
          <a:p>
            <a:pPr marL="0" indent="0">
              <a:buNone/>
            </a:pPr>
            <a:r>
              <a:rPr lang="es-SV" sz="3200" b="1" dirty="0"/>
              <a:t>“</a:t>
            </a:r>
            <a:r>
              <a:rPr lang="es-SV" sz="3200" b="1" dirty="0" err="1"/>
              <a:t>All</a:t>
            </a:r>
            <a:r>
              <a:rPr lang="es-SV" sz="3200" b="1" dirty="0"/>
              <a:t> </a:t>
            </a:r>
            <a:r>
              <a:rPr lang="es-SV" sz="3200" b="1" dirty="0" err="1"/>
              <a:t>the</a:t>
            </a:r>
            <a:r>
              <a:rPr lang="es-SV" sz="3200" b="1" dirty="0"/>
              <a:t> </a:t>
            </a:r>
            <a:r>
              <a:rPr lang="es-SV" sz="3200" b="1" dirty="0" err="1"/>
              <a:t>models</a:t>
            </a:r>
            <a:r>
              <a:rPr lang="es-SV" sz="3200" b="1" dirty="0"/>
              <a:t> are </a:t>
            </a:r>
            <a:r>
              <a:rPr lang="es-SV" sz="3200" b="1" dirty="0" err="1"/>
              <a:t>wrong</a:t>
            </a:r>
            <a:r>
              <a:rPr lang="es-SV" sz="3200" b="1" dirty="0"/>
              <a:t>, </a:t>
            </a:r>
            <a:r>
              <a:rPr lang="es-SV" sz="3200" b="1" dirty="0" err="1"/>
              <a:t>but</a:t>
            </a:r>
            <a:r>
              <a:rPr lang="es-SV" sz="3200" b="1" dirty="0"/>
              <a:t> </a:t>
            </a:r>
            <a:r>
              <a:rPr lang="es-SV" sz="3200" b="1" dirty="0" err="1"/>
              <a:t>some</a:t>
            </a:r>
            <a:r>
              <a:rPr lang="es-SV" sz="3200" b="1" dirty="0"/>
              <a:t> are </a:t>
            </a:r>
            <a:r>
              <a:rPr lang="es-SV" sz="3200" b="1" dirty="0" err="1"/>
              <a:t>useful</a:t>
            </a:r>
            <a:r>
              <a:rPr lang="es-SV" sz="3200" b="1" dirty="0"/>
              <a:t>”</a:t>
            </a:r>
          </a:p>
          <a:p>
            <a:pPr marL="0" indent="0">
              <a:buNone/>
            </a:pPr>
            <a:r>
              <a:rPr lang="es-SV" sz="2400" b="1" dirty="0"/>
              <a:t>George Box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7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Problemas de predicción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How to Avoid Overfitting? | R-bloggers">
            <a:extLst>
              <a:ext uri="{FF2B5EF4-FFF2-40B4-BE49-F238E27FC236}">
                <a16:creationId xmlns:a16="http://schemas.microsoft.com/office/drawing/2014/main" id="{CF4724C5-69D2-6886-4CE8-876AB179D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5" y="2655604"/>
            <a:ext cx="9153525" cy="313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74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Problemas de predicción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Techniques for handling underfitting and overfitting in Machine Learning |  by Manpreet Singh Minhas | Towards Data Science">
            <a:extLst>
              <a:ext uri="{FF2B5EF4-FFF2-40B4-BE49-F238E27FC236}">
                <a16:creationId xmlns:a16="http://schemas.microsoft.com/office/drawing/2014/main" id="{C9C95139-C000-2D64-CFD1-C602AE142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6" y="1977695"/>
            <a:ext cx="5915024" cy="468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34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 err="1">
                <a:solidFill>
                  <a:srgbClr val="FFFFFF"/>
                </a:solidFill>
              </a:rPr>
              <a:t>Bias</a:t>
            </a:r>
            <a:r>
              <a:rPr lang="es-SV" sz="4800" dirty="0">
                <a:solidFill>
                  <a:srgbClr val="FFFFFF"/>
                </a:solidFill>
              </a:rPr>
              <a:t> </a:t>
            </a:r>
            <a:r>
              <a:rPr lang="es-SV" sz="4800" dirty="0" err="1">
                <a:solidFill>
                  <a:srgbClr val="FFFFFF"/>
                </a:solidFill>
              </a:rPr>
              <a:t>Variance</a:t>
            </a:r>
            <a:r>
              <a:rPr lang="es-SV" sz="4800" dirty="0">
                <a:solidFill>
                  <a:srgbClr val="FFFFFF"/>
                </a:solidFill>
              </a:rPr>
              <a:t> </a:t>
            </a:r>
            <a:r>
              <a:rPr lang="es-SV" sz="4800" dirty="0" err="1">
                <a:solidFill>
                  <a:srgbClr val="FFFFFF"/>
                </a:solidFill>
              </a:rPr>
              <a:t>trade</a:t>
            </a:r>
            <a:r>
              <a:rPr lang="es-SV" sz="4800" dirty="0">
                <a:solidFill>
                  <a:srgbClr val="FFFFFF"/>
                </a:solidFill>
              </a:rPr>
              <a:t>-off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The intuition behind bias and variance | by Seth Mottaghinejad | Towards  Data Science">
            <a:extLst>
              <a:ext uri="{FF2B5EF4-FFF2-40B4-BE49-F238E27FC236}">
                <a16:creationId xmlns:a16="http://schemas.microsoft.com/office/drawing/2014/main" id="{7F4481DF-6C68-6353-93D0-F46404B12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2272198"/>
            <a:ext cx="7243763" cy="4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41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¿</a:t>
            </a:r>
            <a:r>
              <a:rPr lang="en-US" sz="4800" dirty="0" err="1">
                <a:solidFill>
                  <a:srgbClr val="FFFFFF"/>
                </a:solidFill>
              </a:rPr>
              <a:t>Cómo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validamos</a:t>
            </a:r>
            <a:r>
              <a:rPr lang="es-SV" sz="4800" dirty="0">
                <a:solidFill>
                  <a:srgbClr val="FFFFFF"/>
                </a:solidFill>
              </a:rPr>
              <a:t>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Cross Validation and Model Selection">
            <a:extLst>
              <a:ext uri="{FF2B5EF4-FFF2-40B4-BE49-F238E27FC236}">
                <a16:creationId xmlns:a16="http://schemas.microsoft.com/office/drawing/2014/main" id="{38AB6002-4B26-341C-454E-9F792D6AB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8499"/>
            <a:ext cx="7496175" cy="450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AA0203-9C1B-60FE-194D-F32FD2F8508D}"/>
              </a:ext>
            </a:extLst>
          </p:cNvPr>
          <p:cNvSpPr txBox="1"/>
          <p:nvPr/>
        </p:nvSpPr>
        <p:spPr>
          <a:xfrm>
            <a:off x="7858127" y="2494797"/>
            <a:ext cx="3895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K-Fold Cross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Leave-one-out Cross Validation (LOOCV)</a:t>
            </a:r>
          </a:p>
        </p:txBody>
      </p:sp>
    </p:spTree>
    <p:extLst>
      <p:ext uri="{BB962C8B-B14F-4D97-AF65-F5344CB8AC3E}">
        <p14:creationId xmlns:p14="http://schemas.microsoft.com/office/powerpoint/2010/main" val="89895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4644</TotalTime>
  <Words>313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Regresión Lineal Múltiple</vt:lpstr>
      <vt:lpstr>Coeficientes</vt:lpstr>
      <vt:lpstr>Ecuación de la recta</vt:lpstr>
      <vt:lpstr>Interpretación de la recta</vt:lpstr>
      <vt:lpstr>R cuadrado ajustado</vt:lpstr>
      <vt:lpstr>Inferencia</vt:lpstr>
      <vt:lpstr>Predicción</vt:lpstr>
      <vt:lpstr>Problemas de predicción</vt:lpstr>
      <vt:lpstr>Problemas de predicción</vt:lpstr>
      <vt:lpstr>Bias Variance trade-off</vt:lpstr>
      <vt:lpstr>¿Cómo validamos?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2023-11-11T03:48:01Z</dcterms:modified>
</cp:coreProperties>
</file>