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5" r:id="rId4"/>
    <p:sldId id="264" r:id="rId5"/>
    <p:sldId id="266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3847DE-965A-4241-B124-0EA691A25757}" v="14" dt="2023-11-29T04:22:34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F1001540-7C7A-4589-9B96-C81874AC31F2}"/>
    <pc:docChg chg="undo custSel addSld modSld sldOrd">
      <pc:chgData name="Christian Villanueva" userId="9367907e4847b616" providerId="LiveId" clId="{F1001540-7C7A-4589-9B96-C81874AC31F2}" dt="2023-11-04T06:55:47.461" v="6472" actId="20577"/>
      <pc:docMkLst>
        <pc:docMk/>
      </pc:docMkLst>
      <pc:sldChg chg="modSp mod">
        <pc:chgData name="Christian Villanueva" userId="9367907e4847b616" providerId="LiveId" clId="{F1001540-7C7A-4589-9B96-C81874AC31F2}" dt="2023-10-29T19:32:19.183" v="23" actId="20577"/>
        <pc:sldMkLst>
          <pc:docMk/>
          <pc:sldMk cId="2517860399" sldId="256"/>
        </pc:sldMkLst>
        <pc:spChg chg="mod">
          <ac:chgData name="Christian Villanueva" userId="9367907e4847b616" providerId="LiveId" clId="{F1001540-7C7A-4589-9B96-C81874AC31F2}" dt="2023-10-29T19:32:19.183" v="23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F1001540-7C7A-4589-9B96-C81874AC31F2}" dt="2023-10-29T21:03:58.569" v="1284"/>
        <pc:sldMkLst>
          <pc:docMk/>
          <pc:sldMk cId="1457034104" sldId="257"/>
        </pc:sldMkLst>
        <pc:spChg chg="mod">
          <ac:chgData name="Christian Villanueva" userId="9367907e4847b616" providerId="LiveId" clId="{F1001540-7C7A-4589-9B96-C81874AC31F2}" dt="2023-10-29T19:35:45.706" v="35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0-29T20:17:55.105" v="1115" actId="20577"/>
          <ac:spMkLst>
            <pc:docMk/>
            <pc:sldMk cId="1457034104" sldId="257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1:03:58.569" v="1284"/>
          <ac:spMkLst>
            <pc:docMk/>
            <pc:sldMk cId="1457034104" sldId="257"/>
            <ac:spMk id="4" creationId="{AE59A4FB-81DC-85C7-10D0-598B0408A89E}"/>
          </ac:spMkLst>
        </pc:spChg>
      </pc:sldChg>
      <pc:sldChg chg="addSp delSp modSp mod">
        <pc:chgData name="Christian Villanueva" userId="9367907e4847b616" providerId="LiveId" clId="{F1001540-7C7A-4589-9B96-C81874AC31F2}" dt="2023-11-03T23:42:56.734" v="5111" actId="20577"/>
        <pc:sldMkLst>
          <pc:docMk/>
          <pc:sldMk cId="3499865914" sldId="264"/>
        </pc:sldMkLst>
        <pc:spChg chg="mod">
          <ac:chgData name="Christian Villanueva" userId="9367907e4847b616" providerId="LiveId" clId="{F1001540-7C7A-4589-9B96-C81874AC31F2}" dt="2023-11-03T23:42:56.734" v="5111" actId="20577"/>
          <ac:spMkLst>
            <pc:docMk/>
            <pc:sldMk cId="3499865914" sldId="264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1T21:12:22.787" v="2503" actId="20577"/>
          <ac:spMkLst>
            <pc:docMk/>
            <pc:sldMk cId="3499865914" sldId="264"/>
            <ac:spMk id="3" creationId="{08D62982-4107-D75F-CB7C-97EE84C54343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2" creationId="{67408219-C84E-BE15-B62B-4710B1A01149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3" creationId="{B61A13A2-BFF0-E788-7FD5-E56E739F84A4}"/>
          </ac:spMkLst>
        </pc:spChg>
        <pc:spChg chg="del">
          <ac:chgData name="Christian Villanueva" userId="9367907e4847b616" providerId="LiveId" clId="{F1001540-7C7A-4589-9B96-C81874AC31F2}" dt="2023-10-29T21:03:48.608" v="1281" actId="478"/>
          <ac:spMkLst>
            <pc:docMk/>
            <pc:sldMk cId="3499865914" sldId="264"/>
            <ac:spMk id="24" creationId="{A55FA9E7-5D1E-7947-4D27-0DE8F056DA02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9" creationId="{B5588A33-3732-D606-0FCA-52DAAE717715}"/>
          </ac:spMkLst>
        </pc:spChg>
        <pc:picChg chg="del">
          <ac:chgData name="Christian Villanueva" userId="9367907e4847b616" providerId="LiveId" clId="{F1001540-7C7A-4589-9B96-C81874AC31F2}" dt="2023-10-29T21:03:42.908" v="1279" actId="478"/>
          <ac:picMkLst>
            <pc:docMk/>
            <pc:sldMk cId="3499865914" sldId="264"/>
            <ac:picMk id="11" creationId="{7D0C43CA-B01D-41BD-C90E-48AAA055831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3" creationId="{04895F5D-8951-245D-F19B-1BB165A2F89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8" creationId="{EC282E47-453D-8D7A-639A-D5190ADCE088}"/>
          </ac:picMkLst>
        </pc:pic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0" creationId="{8F9F1BB7-4A9A-114E-0548-86FF9D743843}"/>
          </ac:cxnSpMkLst>
        </pc:cxn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5" creationId="{8934C1AD-AB51-FF50-854C-51DBFC3C9B7C}"/>
          </ac:cxnSpMkLst>
        </pc:cxnChg>
      </pc:sldChg>
      <pc:sldChg chg="addSp delSp modSp add mod">
        <pc:chgData name="Christian Villanueva" userId="9367907e4847b616" providerId="LiveId" clId="{F1001540-7C7A-4589-9B96-C81874AC31F2}" dt="2023-10-29T20:44:41.348" v="1224" actId="14100"/>
        <pc:sldMkLst>
          <pc:docMk/>
          <pc:sldMk cId="1778445632" sldId="265"/>
        </pc:sldMkLst>
        <pc:spChg chg="mod">
          <ac:chgData name="Christian Villanueva" userId="9367907e4847b616" providerId="LiveId" clId="{F1001540-7C7A-4589-9B96-C81874AC31F2}" dt="2023-10-29T20:40:25.465" v="1200" actId="20577"/>
          <ac:spMkLst>
            <pc:docMk/>
            <pc:sldMk cId="1778445632" sldId="265"/>
            <ac:spMk id="2" creationId="{86705015-20EE-35FE-01D6-B865C6688E52}"/>
          </ac:spMkLst>
        </pc:spChg>
        <pc:spChg chg="del">
          <ac:chgData name="Christian Villanueva" userId="9367907e4847b616" providerId="LiveId" clId="{F1001540-7C7A-4589-9B96-C81874AC31F2}" dt="2023-10-29T20:32:14.503" v="1117" actId="478"/>
          <ac:spMkLst>
            <pc:docMk/>
            <pc:sldMk cId="1778445632" sldId="265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0:32:16.882" v="1118" actId="478"/>
          <ac:spMkLst>
            <pc:docMk/>
            <pc:sldMk cId="1778445632" sldId="265"/>
            <ac:spMk id="5" creationId="{AEBC098F-B98C-F2C9-DFC5-70756D6AD611}"/>
          </ac:spMkLst>
        </pc:spChg>
        <pc:spChg chg="add mod">
          <ac:chgData name="Christian Villanueva" userId="9367907e4847b616" providerId="LiveId" clId="{F1001540-7C7A-4589-9B96-C81874AC31F2}" dt="2023-10-29T20:39:57.958" v="1151" actId="14100"/>
          <ac:spMkLst>
            <pc:docMk/>
            <pc:sldMk cId="1778445632" sldId="265"/>
            <ac:spMk id="13" creationId="{4B549D14-0D53-8466-18F0-0DBB2E3D8D00}"/>
          </ac:spMkLst>
        </pc:spChg>
        <pc:spChg chg="add mod">
          <ac:chgData name="Christian Villanueva" userId="9367907e4847b616" providerId="LiveId" clId="{F1001540-7C7A-4589-9B96-C81874AC31F2}" dt="2023-10-29T20:40:16.974" v="1167" actId="14100"/>
          <ac:spMkLst>
            <pc:docMk/>
            <pc:sldMk cId="1778445632" sldId="265"/>
            <ac:spMk id="15" creationId="{01904C2E-9BA4-9254-D384-8A336AF0764A}"/>
          </ac:spMkLst>
        </pc:spChg>
        <pc:spChg chg="add mod">
          <ac:chgData name="Christian Villanueva" userId="9367907e4847b616" providerId="LiveId" clId="{F1001540-7C7A-4589-9B96-C81874AC31F2}" dt="2023-10-29T20:44:41.348" v="1224" actId="14100"/>
          <ac:spMkLst>
            <pc:docMk/>
            <pc:sldMk cId="1778445632" sldId="265"/>
            <ac:spMk id="17" creationId="{93ACD8CE-2A87-2758-2E8E-338254DEDB55}"/>
          </ac:spMkLst>
        </pc:spChg>
        <pc:graphicFrameChg chg="add mod">
          <ac:chgData name="Christian Villanueva" userId="9367907e4847b616" providerId="LiveId" clId="{F1001540-7C7A-4589-9B96-C81874AC31F2}" dt="2023-10-29T20:32:19.967" v="1121"/>
          <ac:graphicFrameMkLst>
            <pc:docMk/>
            <pc:sldMk cId="1778445632" sldId="265"/>
            <ac:graphicFrameMk id="6" creationId="{48B7CF51-CF92-0D93-E153-6303C9E4F1F2}"/>
          </ac:graphicFrameMkLst>
        </pc:graphicFrameChg>
        <pc:graphicFrameChg chg="add mod">
          <ac:chgData name="Christian Villanueva" userId="9367907e4847b616" providerId="LiveId" clId="{F1001540-7C7A-4589-9B96-C81874AC31F2}" dt="2023-10-29T20:39:18.745" v="1136" actId="1076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add mod">
          <ac:chgData name="Christian Villanueva" userId="9367907e4847b616" providerId="LiveId" clId="{F1001540-7C7A-4589-9B96-C81874AC31F2}" dt="2023-10-29T20:39:21.730" v="1137" actId="1076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add mod">
        <pc:chgData name="Christian Villanueva" userId="9367907e4847b616" providerId="LiveId" clId="{F1001540-7C7A-4589-9B96-C81874AC31F2}" dt="2023-11-03T23:43:02.781" v="5117" actId="20577"/>
        <pc:sldMkLst>
          <pc:docMk/>
          <pc:sldMk cId="796599075" sldId="266"/>
        </pc:sldMkLst>
        <pc:spChg chg="mod">
          <ac:chgData name="Christian Villanueva" userId="9367907e4847b616" providerId="LiveId" clId="{F1001540-7C7A-4589-9B96-C81874AC31F2}" dt="2023-11-03T23:43:02.781" v="5117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7:55:47.418" v="3153" actId="20577"/>
          <ac:spMkLst>
            <pc:docMk/>
            <pc:sldMk cId="796599075" sldId="266"/>
            <ac:spMk id="3" creationId="{08D62982-4107-D75F-CB7C-97EE84C54343}"/>
          </ac:spMkLst>
        </pc:spChg>
      </pc:sldChg>
      <pc:sldChg chg="modSp add mod">
        <pc:chgData name="Christian Villanueva" userId="9367907e4847b616" providerId="LiveId" clId="{F1001540-7C7A-4589-9B96-C81874AC31F2}" dt="2023-11-03T23:43:20.588" v="5135" actId="20577"/>
        <pc:sldMkLst>
          <pc:docMk/>
          <pc:sldMk cId="3386485336" sldId="267"/>
        </pc:sldMkLst>
        <pc:spChg chg="mod">
          <ac:chgData name="Christian Villanueva" userId="9367907e4847b616" providerId="LiveId" clId="{F1001540-7C7A-4589-9B96-C81874AC31F2}" dt="2023-11-03T23:43:20.588" v="5135" actId="20577"/>
          <ac:spMkLst>
            <pc:docMk/>
            <pc:sldMk cId="3386485336" sldId="26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23:17:24.102" v="4512" actId="20577"/>
          <ac:spMkLst>
            <pc:docMk/>
            <pc:sldMk cId="3386485336" sldId="267"/>
            <ac:spMk id="3" creationId="{08D62982-4107-D75F-CB7C-97EE84C54343}"/>
          </ac:spMkLst>
        </pc:spChg>
      </pc:sldChg>
      <pc:sldChg chg="addSp modSp add mod ord">
        <pc:chgData name="Christian Villanueva" userId="9367907e4847b616" providerId="LiveId" clId="{F1001540-7C7A-4589-9B96-C81874AC31F2}" dt="2023-11-03T23:43:07.793" v="5123" actId="20577"/>
        <pc:sldMkLst>
          <pc:docMk/>
          <pc:sldMk cId="2069622168" sldId="268"/>
        </pc:sldMkLst>
        <pc:spChg chg="mod">
          <ac:chgData name="Christian Villanueva" userId="9367907e4847b616" providerId="LiveId" clId="{F1001540-7C7A-4589-9B96-C81874AC31F2}" dt="2023-11-03T23:43:07.793" v="5123" actId="20577"/>
          <ac:spMkLst>
            <pc:docMk/>
            <pc:sldMk cId="2069622168" sldId="268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48:24.305" v="4353" actId="1076"/>
          <ac:spMkLst>
            <pc:docMk/>
            <pc:sldMk cId="2069622168" sldId="268"/>
            <ac:spMk id="3" creationId="{08D62982-4107-D75F-CB7C-97EE84C54343}"/>
          </ac:spMkLst>
        </pc:spChg>
        <pc:spChg chg="add mod">
          <ac:chgData name="Christian Villanueva" userId="9367907e4847b616" providerId="LiveId" clId="{F1001540-7C7A-4589-9B96-C81874AC31F2}" dt="2023-11-03T18:46:17.136" v="4322" actId="1076"/>
          <ac:spMkLst>
            <pc:docMk/>
            <pc:sldMk cId="2069622168" sldId="268"/>
            <ac:spMk id="4" creationId="{468CFB57-4CC2-9CC8-7094-D8B207E85E78}"/>
          </ac:spMkLst>
        </pc:spChg>
        <pc:spChg chg="add mod">
          <ac:chgData name="Christian Villanueva" userId="9367907e4847b616" providerId="LiveId" clId="{F1001540-7C7A-4589-9B96-C81874AC31F2}" dt="2023-11-03T18:47:48.086" v="4349" actId="1076"/>
          <ac:spMkLst>
            <pc:docMk/>
            <pc:sldMk cId="2069622168" sldId="268"/>
            <ac:spMk id="5" creationId="{EA856916-9E78-C94C-CB26-9A6C91B05C22}"/>
          </ac:spMkLst>
        </pc:spChg>
        <pc:spChg chg="add mod">
          <ac:chgData name="Christian Villanueva" userId="9367907e4847b616" providerId="LiveId" clId="{F1001540-7C7A-4589-9B96-C81874AC31F2}" dt="2023-11-03T18:48:15.810" v="4352"/>
          <ac:spMkLst>
            <pc:docMk/>
            <pc:sldMk cId="2069622168" sldId="268"/>
            <ac:spMk id="6" creationId="{16C8225B-4FC7-C143-2D54-B375A6D9F8AB}"/>
          </ac:spMkLst>
        </pc:spChg>
        <pc:picChg chg="add mod">
          <ac:chgData name="Christian Villanueva" userId="9367907e4847b616" providerId="LiveId" clId="{F1001540-7C7A-4589-9B96-C81874AC31F2}" dt="2023-11-03T18:27:34.287" v="4012" actId="1076"/>
          <ac:picMkLst>
            <pc:docMk/>
            <pc:sldMk cId="2069622168" sldId="268"/>
            <ac:picMk id="1026" creationId="{3A5F7F1E-0910-0776-7011-6CA3D5DEFC0B}"/>
          </ac:picMkLst>
        </pc:picChg>
        <pc:picChg chg="add mod">
          <ac:chgData name="Christian Villanueva" userId="9367907e4847b616" providerId="LiveId" clId="{F1001540-7C7A-4589-9B96-C81874AC31F2}" dt="2023-11-03T18:47:00.628" v="4326" actId="14100"/>
          <ac:picMkLst>
            <pc:docMk/>
            <pc:sldMk cId="2069622168" sldId="268"/>
            <ac:picMk id="1028" creationId="{C235552A-395E-CEE3-FA10-39C089092389}"/>
          </ac:picMkLst>
        </pc:picChg>
      </pc:sldChg>
      <pc:sldChg chg="addSp delSp modSp add mod">
        <pc:chgData name="Christian Villanueva" userId="9367907e4847b616" providerId="LiveId" clId="{F1001540-7C7A-4589-9B96-C81874AC31F2}" dt="2023-11-03T23:43:12.460" v="5129" actId="20577"/>
        <pc:sldMkLst>
          <pc:docMk/>
          <pc:sldMk cId="3029012709" sldId="269"/>
        </pc:sldMkLst>
        <pc:spChg chg="mod">
          <ac:chgData name="Christian Villanueva" userId="9367907e4847b616" providerId="LiveId" clId="{F1001540-7C7A-4589-9B96-C81874AC31F2}" dt="2023-11-03T23:43:12.460" v="5129" actId="20577"/>
          <ac:spMkLst>
            <pc:docMk/>
            <pc:sldMk cId="3029012709" sldId="269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54:15.313" v="4414" actId="20577"/>
          <ac:spMkLst>
            <pc:docMk/>
            <pc:sldMk cId="3029012709" sldId="269"/>
            <ac:spMk id="3" creationId="{08D62982-4107-D75F-CB7C-97EE84C54343}"/>
          </ac:spMkLst>
        </pc:spChg>
        <pc:spChg chg="mod">
          <ac:chgData name="Christian Villanueva" userId="9367907e4847b616" providerId="LiveId" clId="{F1001540-7C7A-4589-9B96-C81874AC31F2}" dt="2023-11-03T18:57:04.853" v="4479" actId="20577"/>
          <ac:spMkLst>
            <pc:docMk/>
            <pc:sldMk cId="3029012709" sldId="269"/>
            <ac:spMk id="4" creationId="{468CFB57-4CC2-9CC8-7094-D8B207E85E78}"/>
          </ac:spMkLst>
        </pc:spChg>
        <pc:spChg chg="mod">
          <ac:chgData name="Christian Villanueva" userId="9367907e4847b616" providerId="LiveId" clId="{F1001540-7C7A-4589-9B96-C81874AC31F2}" dt="2023-11-03T18:57:27.109" v="4483" actId="1076"/>
          <ac:spMkLst>
            <pc:docMk/>
            <pc:sldMk cId="3029012709" sldId="269"/>
            <ac:spMk id="5" creationId="{EA856916-9E78-C94C-CB26-9A6C91B05C22}"/>
          </ac:spMkLst>
        </pc:spChg>
        <pc:spChg chg="mod">
          <ac:chgData name="Christian Villanueva" userId="9367907e4847b616" providerId="LiveId" clId="{F1001540-7C7A-4589-9B96-C81874AC31F2}" dt="2023-11-03T18:54:58.059" v="4425"/>
          <ac:spMkLst>
            <pc:docMk/>
            <pc:sldMk cId="3029012709" sldId="269"/>
            <ac:spMk id="6" creationId="{16C8225B-4FC7-C143-2D54-B375A6D9F8AB}"/>
          </ac:spMkLst>
        </pc:spChg>
        <pc:spChg chg="add del">
          <ac:chgData name="Christian Villanueva" userId="9367907e4847b616" providerId="LiveId" clId="{F1001540-7C7A-4589-9B96-C81874AC31F2}" dt="2023-11-03T18:55:34.809" v="4428"/>
          <ac:spMkLst>
            <pc:docMk/>
            <pc:sldMk cId="3029012709" sldId="269"/>
            <ac:spMk id="7" creationId="{F87C7827-9253-B6B9-0F9B-54DBEE0D4324}"/>
          </ac:spMkLst>
        </pc:spChg>
        <pc:spChg chg="add del mod">
          <ac:chgData name="Christian Villanueva" userId="9367907e4847b616" providerId="LiveId" clId="{F1001540-7C7A-4589-9B96-C81874AC31F2}" dt="2023-11-03T18:55:43.511" v="4431" actId="478"/>
          <ac:spMkLst>
            <pc:docMk/>
            <pc:sldMk cId="3029012709" sldId="269"/>
            <ac:spMk id="9" creationId="{48F09FBA-DF5D-340E-0C74-C36ECC0BD0A3}"/>
          </ac:spMkLst>
        </pc:spChg>
        <pc:picChg chg="del">
          <ac:chgData name="Christian Villanueva" userId="9367907e4847b616" providerId="LiveId" clId="{F1001540-7C7A-4589-9B96-C81874AC31F2}" dt="2023-11-03T18:54:17.871" v="4415" actId="478"/>
          <ac:picMkLst>
            <pc:docMk/>
            <pc:sldMk cId="3029012709" sldId="269"/>
            <ac:picMk id="1026" creationId="{3A5F7F1E-0910-0776-7011-6CA3D5DEFC0B}"/>
          </ac:picMkLst>
        </pc:picChg>
        <pc:picChg chg="del">
          <ac:chgData name="Christian Villanueva" userId="9367907e4847b616" providerId="LiveId" clId="{F1001540-7C7A-4589-9B96-C81874AC31F2}" dt="2023-11-03T18:55:31.808" v="4426" actId="478"/>
          <ac:picMkLst>
            <pc:docMk/>
            <pc:sldMk cId="3029012709" sldId="269"/>
            <ac:picMk id="1028" creationId="{C235552A-395E-CEE3-FA10-39C089092389}"/>
          </ac:picMkLst>
        </pc:picChg>
        <pc:picChg chg="add mod">
          <ac:chgData name="Christian Villanueva" userId="9367907e4847b616" providerId="LiveId" clId="{F1001540-7C7A-4589-9B96-C81874AC31F2}" dt="2023-11-03T18:54:35.828" v="4420" actId="1076"/>
          <ac:picMkLst>
            <pc:docMk/>
            <pc:sldMk cId="3029012709" sldId="269"/>
            <ac:picMk id="2050" creationId="{7D5A6C4D-357B-85C2-0BE1-0742F40C7F5A}"/>
          </ac:picMkLst>
        </pc:picChg>
        <pc:picChg chg="add del mod">
          <ac:chgData name="Christian Villanueva" userId="9367907e4847b616" providerId="LiveId" clId="{F1001540-7C7A-4589-9B96-C81874AC31F2}" dt="2023-11-03T18:56:43.698" v="4436" actId="478"/>
          <ac:picMkLst>
            <pc:docMk/>
            <pc:sldMk cId="3029012709" sldId="269"/>
            <ac:picMk id="2056" creationId="{CCF3F677-F430-A806-6976-B3CAA387C80D}"/>
          </ac:picMkLst>
        </pc:picChg>
        <pc:picChg chg="add mod">
          <ac:chgData name="Christian Villanueva" userId="9367907e4847b616" providerId="LiveId" clId="{F1001540-7C7A-4589-9B96-C81874AC31F2}" dt="2023-11-03T18:57:29.186" v="4484" actId="1076"/>
          <ac:picMkLst>
            <pc:docMk/>
            <pc:sldMk cId="3029012709" sldId="269"/>
            <ac:picMk id="2058" creationId="{F3D82B58-29BF-067C-C01F-37E5A0C9745F}"/>
          </ac:picMkLst>
        </pc:picChg>
      </pc:sldChg>
      <pc:sldChg chg="addSp delSp modSp add mod">
        <pc:chgData name="Christian Villanueva" userId="9367907e4847b616" providerId="LiveId" clId="{F1001540-7C7A-4589-9B96-C81874AC31F2}" dt="2023-11-03T23:42:11.331" v="5105" actId="1076"/>
        <pc:sldMkLst>
          <pc:docMk/>
          <pc:sldMk cId="449043533" sldId="270"/>
        </pc:sldMkLst>
        <pc:spChg chg="mod">
          <ac:chgData name="Christian Villanueva" userId="9367907e4847b616" providerId="LiveId" clId="{F1001540-7C7A-4589-9B96-C81874AC31F2}" dt="2023-11-03T23:26:38.945" v="4535" actId="20577"/>
          <ac:spMkLst>
            <pc:docMk/>
            <pc:sldMk cId="449043533" sldId="270"/>
            <ac:spMk id="2" creationId="{86705015-20EE-35FE-01D6-B865C6688E52}"/>
          </ac:spMkLst>
        </pc:spChg>
        <pc:spChg chg="del mod">
          <ac:chgData name="Christian Villanueva" userId="9367907e4847b616" providerId="LiveId" clId="{F1001540-7C7A-4589-9B96-C81874AC31F2}" dt="2023-11-03T23:32:03.960" v="4649" actId="478"/>
          <ac:spMkLst>
            <pc:docMk/>
            <pc:sldMk cId="449043533" sldId="270"/>
            <ac:spMk id="3" creationId="{08D62982-4107-D75F-CB7C-97EE84C54343}"/>
          </ac:spMkLst>
        </pc:spChg>
        <pc:spChg chg="add mod ord">
          <ac:chgData name="Christian Villanueva" userId="9367907e4847b616" providerId="LiveId" clId="{F1001540-7C7A-4589-9B96-C81874AC31F2}" dt="2023-11-03T23:38:43.971" v="4768" actId="1076"/>
          <ac:spMkLst>
            <pc:docMk/>
            <pc:sldMk cId="449043533" sldId="270"/>
            <ac:spMk id="4" creationId="{9FE7B3C4-3E58-CEF6-C5B2-AF39D72E54A6}"/>
          </ac:spMkLst>
        </pc:spChg>
        <pc:spChg chg="add mod ord">
          <ac:chgData name="Christian Villanueva" userId="9367907e4847b616" providerId="LiveId" clId="{F1001540-7C7A-4589-9B96-C81874AC31F2}" dt="2023-11-03T23:41:55.613" v="5103" actId="1076"/>
          <ac:spMkLst>
            <pc:docMk/>
            <pc:sldMk cId="449043533" sldId="270"/>
            <ac:spMk id="5" creationId="{B309B420-9FCF-9302-A391-1D620C107C2B}"/>
          </ac:spMkLst>
        </pc:spChg>
        <pc:spChg chg="mod">
          <ac:chgData name="Christian Villanueva" userId="9367907e4847b616" providerId="LiveId" clId="{F1001540-7C7A-4589-9B96-C81874AC31F2}" dt="2023-11-03T23:38:16.663" v="4761" actId="20577"/>
          <ac:spMkLst>
            <pc:docMk/>
            <pc:sldMk cId="449043533" sldId="270"/>
            <ac:spMk id="9" creationId="{634CADA8-25F8-3300-D126-1B983023795A}"/>
          </ac:spMkLst>
        </pc:spChg>
        <pc:spChg chg="mod">
          <ac:chgData name="Christian Villanueva" userId="9367907e4847b616" providerId="LiveId" clId="{F1001540-7C7A-4589-9B96-C81874AC31F2}" dt="2023-11-03T23:39:16.377" v="4776" actId="1076"/>
          <ac:spMkLst>
            <pc:docMk/>
            <pc:sldMk cId="449043533" sldId="270"/>
            <ac:spMk id="11" creationId="{63833F23-55A3-3651-7EC1-8C8907DD64D2}"/>
          </ac:spMkLst>
        </pc:spChg>
        <pc:spChg chg="add mod">
          <ac:chgData name="Christian Villanueva" userId="9367907e4847b616" providerId="LiveId" clId="{F1001540-7C7A-4589-9B96-C81874AC31F2}" dt="2023-11-03T23:41:48.906" v="5100" actId="1076"/>
          <ac:spMkLst>
            <pc:docMk/>
            <pc:sldMk cId="449043533" sldId="270"/>
            <ac:spMk id="13" creationId="{A3A502E6-BB33-B6AA-9918-FE9FE8242F83}"/>
          </ac:spMkLst>
        </pc:spChg>
        <pc:grpChg chg="add mod">
          <ac:chgData name="Christian Villanueva" userId="9367907e4847b616" providerId="LiveId" clId="{F1001540-7C7A-4589-9B96-C81874AC31F2}" dt="2023-11-03T23:42:06.470" v="5104" actId="1076"/>
          <ac:grpSpMkLst>
            <pc:docMk/>
            <pc:sldMk cId="449043533" sldId="270"/>
            <ac:grpSpMk id="6" creationId="{F0149E2C-C2F0-9F7F-6F29-6D44F7BD3E84}"/>
          </ac:grpSpMkLst>
        </pc:grpChg>
        <pc:grpChg chg="add mod">
          <ac:chgData name="Christian Villanueva" userId="9367907e4847b616" providerId="LiveId" clId="{F1001540-7C7A-4589-9B96-C81874AC31F2}" dt="2023-11-03T23:42:11.331" v="5105" actId="1076"/>
          <ac:grpSpMkLst>
            <pc:docMk/>
            <pc:sldMk cId="449043533" sldId="270"/>
            <ac:grpSpMk id="7" creationId="{BF71F992-AE95-E711-07D0-3695D4CE60C6}"/>
          </ac:grpSpMkLst>
        </pc:grpChg>
      </pc:sldChg>
      <pc:sldChg chg="addSp delSp modSp add mod">
        <pc:chgData name="Christian Villanueva" userId="9367907e4847b616" providerId="LiveId" clId="{F1001540-7C7A-4589-9B96-C81874AC31F2}" dt="2023-11-04T06:35:34.172" v="6168" actId="20577"/>
        <pc:sldMkLst>
          <pc:docMk/>
          <pc:sldMk cId="3961512347" sldId="271"/>
        </pc:sldMkLst>
        <pc:spChg chg="mod">
          <ac:chgData name="Christian Villanueva" userId="9367907e4847b616" providerId="LiveId" clId="{F1001540-7C7A-4589-9B96-C81874AC31F2}" dt="2023-11-04T06:22:03.777" v="5152" actId="20577"/>
          <ac:spMkLst>
            <pc:docMk/>
            <pc:sldMk cId="3961512347" sldId="271"/>
            <ac:spMk id="2" creationId="{86705015-20EE-35FE-01D6-B865C6688E52}"/>
          </ac:spMkLst>
        </pc:spChg>
        <pc:spChg chg="del topLvl">
          <ac:chgData name="Christian Villanueva" userId="9367907e4847b616" providerId="LiveId" clId="{F1001540-7C7A-4589-9B96-C81874AC31F2}" dt="2023-11-04T06:22:08.102" v="5154" actId="478"/>
          <ac:spMkLst>
            <pc:docMk/>
            <pc:sldMk cId="3961512347" sldId="271"/>
            <ac:spMk id="9" creationId="{634CADA8-25F8-3300-D126-1B983023795A}"/>
          </ac:spMkLst>
        </pc:spChg>
        <pc:spChg chg="del topLvl">
          <ac:chgData name="Christian Villanueva" userId="9367907e4847b616" providerId="LiveId" clId="{F1001540-7C7A-4589-9B96-C81874AC31F2}" dt="2023-11-04T06:22:09.636" v="5155" actId="478"/>
          <ac:spMkLst>
            <pc:docMk/>
            <pc:sldMk cId="3961512347" sldId="271"/>
            <ac:spMk id="11" creationId="{63833F23-55A3-3651-7EC1-8C8907DD64D2}"/>
          </ac:spMkLst>
        </pc:spChg>
        <pc:spChg chg="mod">
          <ac:chgData name="Christian Villanueva" userId="9367907e4847b616" providerId="LiveId" clId="{F1001540-7C7A-4589-9B96-C81874AC31F2}" dt="2023-11-04T06:30:59.116" v="5824" actId="403"/>
          <ac:spMkLst>
            <pc:docMk/>
            <pc:sldMk cId="3961512347" sldId="271"/>
            <ac:spMk id="13" creationId="{A3A502E6-BB33-B6AA-9918-FE9FE8242F83}"/>
          </ac:spMkLst>
        </pc:spChg>
        <pc:spChg chg="add mod">
          <ac:chgData name="Christian Villanueva" userId="9367907e4847b616" providerId="LiveId" clId="{F1001540-7C7A-4589-9B96-C81874AC31F2}" dt="2023-11-04T06:32:05.108" v="5863" actId="20577"/>
          <ac:spMkLst>
            <pc:docMk/>
            <pc:sldMk cId="3961512347" sldId="271"/>
            <ac:spMk id="17" creationId="{5E6D14C0-7D53-6A4D-9283-B4804125BD51}"/>
          </ac:spMkLst>
        </pc:spChg>
        <pc:spChg chg="add mod">
          <ac:chgData name="Christian Villanueva" userId="9367907e4847b616" providerId="LiveId" clId="{F1001540-7C7A-4589-9B96-C81874AC31F2}" dt="2023-11-04T06:32:57.630" v="5896" actId="207"/>
          <ac:spMkLst>
            <pc:docMk/>
            <pc:sldMk cId="3961512347" sldId="271"/>
            <ac:spMk id="24" creationId="{94355A0F-2B9E-CA5E-3F19-915C940FC5CA}"/>
          </ac:spMkLst>
        </pc:spChg>
        <pc:spChg chg="add mod">
          <ac:chgData name="Christian Villanueva" userId="9367907e4847b616" providerId="LiveId" clId="{F1001540-7C7A-4589-9B96-C81874AC31F2}" dt="2023-11-04T06:33:44.882" v="5962" actId="14100"/>
          <ac:spMkLst>
            <pc:docMk/>
            <pc:sldMk cId="3961512347" sldId="271"/>
            <ac:spMk id="29" creationId="{166BAF03-3582-2CE7-CF69-4A26686F29D3}"/>
          </ac:spMkLst>
        </pc:spChg>
        <pc:spChg chg="add mod">
          <ac:chgData name="Christian Villanueva" userId="9367907e4847b616" providerId="LiveId" clId="{F1001540-7C7A-4589-9B96-C81874AC31F2}" dt="2023-11-04T06:35:34.172" v="6168" actId="20577"/>
          <ac:spMkLst>
            <pc:docMk/>
            <pc:sldMk cId="3961512347" sldId="271"/>
            <ac:spMk id="33" creationId="{D78416D4-94E4-540C-9457-E3BE9B610293}"/>
          </ac:spMkLst>
        </pc:spChg>
        <pc:grpChg chg="del">
          <ac:chgData name="Christian Villanueva" userId="9367907e4847b616" providerId="LiveId" clId="{F1001540-7C7A-4589-9B96-C81874AC31F2}" dt="2023-11-04T06:22:06.765" v="5153" actId="478"/>
          <ac:grpSpMkLst>
            <pc:docMk/>
            <pc:sldMk cId="3961512347" sldId="271"/>
            <ac:grpSpMk id="6" creationId="{F0149E2C-C2F0-9F7F-6F29-6D44F7BD3E84}"/>
          </ac:grpSpMkLst>
        </pc:grpChg>
        <pc:grpChg chg="del">
          <ac:chgData name="Christian Villanueva" userId="9367907e4847b616" providerId="LiveId" clId="{F1001540-7C7A-4589-9B96-C81874AC31F2}" dt="2023-11-04T06:22:08.102" v="5154" actId="478"/>
          <ac:grpSpMkLst>
            <pc:docMk/>
            <pc:sldMk cId="3961512347" sldId="271"/>
            <ac:grpSpMk id="7" creationId="{BF71F992-AE95-E711-07D0-3695D4CE60C6}"/>
          </ac:grpSpMkLst>
        </pc:grpChg>
        <pc:cxnChg chg="add mod">
          <ac:chgData name="Christian Villanueva" userId="9367907e4847b616" providerId="LiveId" clId="{F1001540-7C7A-4589-9B96-C81874AC31F2}" dt="2023-11-04T06:31:38.651" v="5826" actId="13822"/>
          <ac:cxnSpMkLst>
            <pc:docMk/>
            <pc:sldMk cId="3961512347" sldId="271"/>
            <ac:cxnSpMk id="15" creationId="{4DC09846-1A3B-8730-ADDF-13E20DA0A5A4}"/>
          </ac:cxnSpMkLst>
        </pc:cxnChg>
        <pc:cxnChg chg="add mod">
          <ac:chgData name="Christian Villanueva" userId="9367907e4847b616" providerId="LiveId" clId="{F1001540-7C7A-4589-9B96-C81874AC31F2}" dt="2023-11-04T06:32:24.312" v="5867" actId="14100"/>
          <ac:cxnSpMkLst>
            <pc:docMk/>
            <pc:sldMk cId="3961512347" sldId="271"/>
            <ac:cxnSpMk id="18" creationId="{C98F46F8-A345-1927-3F49-75CE8FE07D94}"/>
          </ac:cxnSpMkLst>
        </pc:cxnChg>
        <pc:cxnChg chg="add mod">
          <ac:chgData name="Christian Villanueva" userId="9367907e4847b616" providerId="LiveId" clId="{F1001540-7C7A-4589-9B96-C81874AC31F2}" dt="2023-11-04T06:32:31.667" v="5870" actId="14100"/>
          <ac:cxnSpMkLst>
            <pc:docMk/>
            <pc:sldMk cId="3961512347" sldId="271"/>
            <ac:cxnSpMk id="21" creationId="{B575F739-EB0B-433B-615F-87ED5F91A897}"/>
          </ac:cxnSpMkLst>
        </pc:cxnChg>
        <pc:cxnChg chg="add mod">
          <ac:chgData name="Christian Villanueva" userId="9367907e4847b616" providerId="LiveId" clId="{F1001540-7C7A-4589-9B96-C81874AC31F2}" dt="2023-11-04T06:33:16.164" v="5902" actId="14100"/>
          <ac:cxnSpMkLst>
            <pc:docMk/>
            <pc:sldMk cId="3961512347" sldId="271"/>
            <ac:cxnSpMk id="25" creationId="{0D5D9C5E-B451-48BE-12A1-9DCEF0795C80}"/>
          </ac:cxnSpMkLst>
        </pc:cxnChg>
        <pc:cxnChg chg="add mod">
          <ac:chgData name="Christian Villanueva" userId="9367907e4847b616" providerId="LiveId" clId="{F1001540-7C7A-4589-9B96-C81874AC31F2}" dt="2023-11-04T06:33:55.979" v="5966" actId="14100"/>
          <ac:cxnSpMkLst>
            <pc:docMk/>
            <pc:sldMk cId="3961512347" sldId="271"/>
            <ac:cxnSpMk id="30" creationId="{3AB82B06-2345-EEFD-A8F6-7530EC40831F}"/>
          </ac:cxnSpMkLst>
        </pc:cxnChg>
      </pc:sldChg>
      <pc:sldChg chg="addSp delSp modSp add mod">
        <pc:chgData name="Christian Villanueva" userId="9367907e4847b616" providerId="LiveId" clId="{F1001540-7C7A-4589-9B96-C81874AC31F2}" dt="2023-11-04T06:55:47.461" v="6472" actId="20577"/>
        <pc:sldMkLst>
          <pc:docMk/>
          <pc:sldMk cId="1178044164" sldId="272"/>
        </pc:sldMkLst>
        <pc:spChg chg="mod">
          <ac:chgData name="Christian Villanueva" userId="9367907e4847b616" providerId="LiveId" clId="{F1001540-7C7A-4589-9B96-C81874AC31F2}" dt="2023-11-04T06:49:36.837" v="6209" actId="20577"/>
          <ac:spMkLst>
            <pc:docMk/>
            <pc:sldMk cId="1178044164" sldId="272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4T06:55:47.461" v="6472" actId="20577"/>
          <ac:spMkLst>
            <pc:docMk/>
            <pc:sldMk cId="1178044164" sldId="272"/>
            <ac:spMk id="3" creationId="{EA6B5341-BD2F-8E36-D25B-C2A2B4D7C0B8}"/>
          </ac:spMkLst>
        </pc:spChg>
        <pc:spChg chg="mod">
          <ac:chgData name="Christian Villanueva" userId="9367907e4847b616" providerId="LiveId" clId="{F1001540-7C7A-4589-9B96-C81874AC31F2}" dt="2023-11-04T06:51:02.216" v="6327" actId="20577"/>
          <ac:spMkLst>
            <pc:docMk/>
            <pc:sldMk cId="1178044164" sldId="272"/>
            <ac:spMk id="13" creationId="{A3A502E6-BB33-B6AA-9918-FE9FE8242F83}"/>
          </ac:spMkLst>
        </pc:spChg>
        <pc:spChg chg="del">
          <ac:chgData name="Christian Villanueva" userId="9367907e4847b616" providerId="LiveId" clId="{F1001540-7C7A-4589-9B96-C81874AC31F2}" dt="2023-11-04T06:49:44.615" v="6210" actId="478"/>
          <ac:spMkLst>
            <pc:docMk/>
            <pc:sldMk cId="1178044164" sldId="272"/>
            <ac:spMk id="17" creationId="{5E6D14C0-7D53-6A4D-9283-B4804125BD51}"/>
          </ac:spMkLst>
        </pc:spChg>
        <pc:spChg chg="del">
          <ac:chgData name="Christian Villanueva" userId="9367907e4847b616" providerId="LiveId" clId="{F1001540-7C7A-4589-9B96-C81874AC31F2}" dt="2023-11-04T06:49:45.735" v="6211" actId="478"/>
          <ac:spMkLst>
            <pc:docMk/>
            <pc:sldMk cId="1178044164" sldId="272"/>
            <ac:spMk id="24" creationId="{94355A0F-2B9E-CA5E-3F19-915C940FC5CA}"/>
          </ac:spMkLst>
        </pc:spChg>
        <pc:spChg chg="del">
          <ac:chgData name="Christian Villanueva" userId="9367907e4847b616" providerId="LiveId" clId="{F1001540-7C7A-4589-9B96-C81874AC31F2}" dt="2023-11-04T06:49:46.950" v="6212" actId="478"/>
          <ac:spMkLst>
            <pc:docMk/>
            <pc:sldMk cId="1178044164" sldId="272"/>
            <ac:spMk id="29" creationId="{166BAF03-3582-2CE7-CF69-4A26686F29D3}"/>
          </ac:spMkLst>
        </pc:spChg>
        <pc:spChg chg="del">
          <ac:chgData name="Christian Villanueva" userId="9367907e4847b616" providerId="LiveId" clId="{F1001540-7C7A-4589-9B96-C81874AC31F2}" dt="2023-11-04T06:49:48.835" v="6213" actId="478"/>
          <ac:spMkLst>
            <pc:docMk/>
            <pc:sldMk cId="1178044164" sldId="272"/>
            <ac:spMk id="33" creationId="{D78416D4-94E4-540C-9457-E3BE9B610293}"/>
          </ac:spMkLst>
        </pc:spChg>
        <pc:cxnChg chg="del">
          <ac:chgData name="Christian Villanueva" userId="9367907e4847b616" providerId="LiveId" clId="{F1001540-7C7A-4589-9B96-C81874AC31F2}" dt="2023-11-04T06:49:53.019" v="6218" actId="478"/>
          <ac:cxnSpMkLst>
            <pc:docMk/>
            <pc:sldMk cId="1178044164" sldId="272"/>
            <ac:cxnSpMk id="15" creationId="{4DC09846-1A3B-8730-ADDF-13E20DA0A5A4}"/>
          </ac:cxnSpMkLst>
        </pc:cxnChg>
        <pc:cxnChg chg="del">
          <ac:chgData name="Christian Villanueva" userId="9367907e4847b616" providerId="LiveId" clId="{F1001540-7C7A-4589-9B96-C81874AC31F2}" dt="2023-11-04T06:49:52.292" v="6217" actId="478"/>
          <ac:cxnSpMkLst>
            <pc:docMk/>
            <pc:sldMk cId="1178044164" sldId="272"/>
            <ac:cxnSpMk id="18" creationId="{C98F46F8-A345-1927-3F49-75CE8FE07D94}"/>
          </ac:cxnSpMkLst>
        </pc:cxnChg>
        <pc:cxnChg chg="del">
          <ac:chgData name="Christian Villanueva" userId="9367907e4847b616" providerId="LiveId" clId="{F1001540-7C7A-4589-9B96-C81874AC31F2}" dt="2023-11-04T06:49:51.841" v="6216" actId="478"/>
          <ac:cxnSpMkLst>
            <pc:docMk/>
            <pc:sldMk cId="1178044164" sldId="272"/>
            <ac:cxnSpMk id="21" creationId="{B575F739-EB0B-433B-615F-87ED5F91A897}"/>
          </ac:cxnSpMkLst>
        </pc:cxnChg>
        <pc:cxnChg chg="del">
          <ac:chgData name="Christian Villanueva" userId="9367907e4847b616" providerId="LiveId" clId="{F1001540-7C7A-4589-9B96-C81874AC31F2}" dt="2023-11-04T06:49:50.903" v="6215" actId="478"/>
          <ac:cxnSpMkLst>
            <pc:docMk/>
            <pc:sldMk cId="1178044164" sldId="272"/>
            <ac:cxnSpMk id="25" creationId="{0D5D9C5E-B451-48BE-12A1-9DCEF0795C80}"/>
          </ac:cxnSpMkLst>
        </pc:cxnChg>
        <pc:cxnChg chg="del">
          <ac:chgData name="Christian Villanueva" userId="9367907e4847b616" providerId="LiveId" clId="{F1001540-7C7A-4589-9B96-C81874AC31F2}" dt="2023-11-04T06:49:49.646" v="6214" actId="478"/>
          <ac:cxnSpMkLst>
            <pc:docMk/>
            <pc:sldMk cId="1178044164" sldId="272"/>
            <ac:cxnSpMk id="30" creationId="{3AB82B06-2345-EEFD-A8F6-7530EC40831F}"/>
          </ac:cxnSpMkLst>
        </pc:cxnChg>
      </pc:sldChg>
    </pc:docChg>
  </pc:docChgLst>
  <pc:docChgLst>
    <pc:chgData name="Christian Villanueva" userId="9367907e4847b616" providerId="LiveId" clId="{76623A64-E5A0-41E7-A574-6CED893A8DF0}"/>
    <pc:docChg chg="undo custSel addSld delSld modSld sldOrd">
      <pc:chgData name="Christian Villanueva" userId="9367907e4847b616" providerId="LiveId" clId="{76623A64-E5A0-41E7-A574-6CED893A8DF0}" dt="2023-09-06T22:21:52.451" v="1556" actId="732"/>
      <pc:docMkLst>
        <pc:docMk/>
      </pc:docMkLst>
      <pc:sldChg chg="modSp mod">
        <pc:chgData name="Christian Villanueva" userId="9367907e4847b616" providerId="LiveId" clId="{76623A64-E5A0-41E7-A574-6CED893A8DF0}" dt="2023-09-06T16:20:15.986" v="7" actId="20577"/>
        <pc:sldMkLst>
          <pc:docMk/>
          <pc:sldMk cId="2517860399" sldId="256"/>
        </pc:sldMkLst>
        <pc:spChg chg="mod">
          <ac:chgData name="Christian Villanueva" userId="9367907e4847b616" providerId="LiveId" clId="{76623A64-E5A0-41E7-A574-6CED893A8DF0}" dt="2023-09-06T16:20:15.986" v="7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76623A64-E5A0-41E7-A574-6CED893A8DF0}" dt="2023-09-06T16:37:19.717" v="370" actId="20577"/>
        <pc:sldMkLst>
          <pc:docMk/>
          <pc:sldMk cId="1457034104" sldId="257"/>
        </pc:sldMkLst>
        <pc:spChg chg="mod">
          <ac:chgData name="Christian Villanueva" userId="9367907e4847b616" providerId="LiveId" clId="{76623A64-E5A0-41E7-A574-6CED893A8DF0}" dt="2023-09-06T16:22:12.789" v="56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16:33:08.781" v="258" actId="2763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76623A64-E5A0-41E7-A574-6CED893A8DF0}" dt="2023-09-06T16:26:20.829" v="108" actId="1076"/>
          <ac:spMkLst>
            <pc:docMk/>
            <pc:sldMk cId="1457034104" sldId="257"/>
            <ac:spMk id="5" creationId="{7A5F5ED0-677C-F76E-48E3-459D85569203}"/>
          </ac:spMkLst>
        </pc:spChg>
        <pc:spChg chg="add mod">
          <ac:chgData name="Christian Villanueva" userId="9367907e4847b616" providerId="LiveId" clId="{76623A64-E5A0-41E7-A574-6CED893A8DF0}" dt="2023-09-06T16:33:40.337" v="300" actId="1076"/>
          <ac:spMkLst>
            <pc:docMk/>
            <pc:sldMk cId="1457034104" sldId="257"/>
            <ac:spMk id="9" creationId="{67CE1DC6-26F4-AB53-5275-7C1A257D7217}"/>
          </ac:spMkLst>
        </pc:spChg>
        <pc:spChg chg="add mod">
          <ac:chgData name="Christian Villanueva" userId="9367907e4847b616" providerId="LiveId" clId="{76623A64-E5A0-41E7-A574-6CED893A8DF0}" dt="2023-09-06T16:35:06.346" v="321" actId="20577"/>
          <ac:spMkLst>
            <pc:docMk/>
            <pc:sldMk cId="1457034104" sldId="257"/>
            <ac:spMk id="15" creationId="{97B91EAD-6C05-A8E9-F9B2-05B596CFEAC1}"/>
          </ac:spMkLst>
        </pc:spChg>
        <pc:spChg chg="add mod">
          <ac:chgData name="Christian Villanueva" userId="9367907e4847b616" providerId="LiveId" clId="{76623A64-E5A0-41E7-A574-6CED893A8DF0}" dt="2023-09-06T16:35:52.330" v="356" actId="20577"/>
          <ac:spMkLst>
            <pc:docMk/>
            <pc:sldMk cId="1457034104" sldId="257"/>
            <ac:spMk id="18" creationId="{A5EA126A-DFEF-3DC5-B982-05F226EE7C3F}"/>
          </ac:spMkLst>
        </pc:spChg>
        <pc:spChg chg="add mod">
          <ac:chgData name="Christian Villanueva" userId="9367907e4847b616" providerId="LiveId" clId="{76623A64-E5A0-41E7-A574-6CED893A8DF0}" dt="2023-09-06T16:37:19.717" v="370" actId="20577"/>
          <ac:spMkLst>
            <pc:docMk/>
            <pc:sldMk cId="1457034104" sldId="257"/>
            <ac:spMk id="20" creationId="{17D5B3F5-91DD-F7E3-7A0F-A92D5A547E11}"/>
          </ac:spMkLst>
        </pc:spChg>
        <pc:picChg chg="add mod">
          <ac:chgData name="Christian Villanueva" userId="9367907e4847b616" providerId="LiveId" clId="{76623A64-E5A0-41E7-A574-6CED893A8DF0}" dt="2023-09-06T16:33:50.098" v="305" actId="1076"/>
          <ac:picMkLst>
            <pc:docMk/>
            <pc:sldMk cId="1457034104" sldId="257"/>
            <ac:picMk id="7" creationId="{5062B967-BBBB-959B-A801-1177A876B265}"/>
          </ac:picMkLst>
        </pc:picChg>
        <pc:picChg chg="add mod">
          <ac:chgData name="Christian Villanueva" userId="9367907e4847b616" providerId="LiveId" clId="{76623A64-E5A0-41E7-A574-6CED893A8DF0}" dt="2023-09-06T16:34:57.281" v="310" actId="1076"/>
          <ac:picMkLst>
            <pc:docMk/>
            <pc:sldMk cId="1457034104" sldId="257"/>
            <ac:picMk id="13" creationId="{C9AD27D6-55CC-1EC8-A8A0-FCE34B955FFB}"/>
          </ac:picMkLst>
        </pc:picChg>
        <pc:picChg chg="add mod">
          <ac:chgData name="Christian Villanueva" userId="9367907e4847b616" providerId="LiveId" clId="{76623A64-E5A0-41E7-A574-6CED893A8DF0}" dt="2023-09-06T16:35:40.921" v="324" actId="14826"/>
          <ac:picMkLst>
            <pc:docMk/>
            <pc:sldMk cId="1457034104" sldId="257"/>
            <ac:picMk id="17" creationId="{6F2A0970-446B-87DB-C7EA-5B5FB642DC55}"/>
          </ac:picMkLst>
        </pc:picChg>
        <pc:picChg chg="add mod">
          <ac:chgData name="Christian Villanueva" userId="9367907e4847b616" providerId="LiveId" clId="{76623A64-E5A0-41E7-A574-6CED893A8DF0}" dt="2023-09-06T16:37:09.995" v="359" actId="14826"/>
          <ac:picMkLst>
            <pc:docMk/>
            <pc:sldMk cId="1457034104" sldId="257"/>
            <ac:picMk id="19" creationId="{126BF74E-3AD2-FD57-8AAC-68A8DBA1D9AC}"/>
          </ac:picMkLst>
        </pc:picChg>
      </pc:sldChg>
      <pc:sldChg chg="addSp delSp modSp mod">
        <pc:chgData name="Christian Villanueva" userId="9367907e4847b616" providerId="LiveId" clId="{76623A64-E5A0-41E7-A574-6CED893A8DF0}" dt="2023-09-06T17:09:59.629" v="436"/>
        <pc:sldMkLst>
          <pc:docMk/>
          <pc:sldMk cId="3585331426" sldId="258"/>
        </pc:sldMkLst>
        <pc:spChg chg="mod">
          <ac:chgData name="Christian Villanueva" userId="9367907e4847b616" providerId="LiveId" clId="{76623A64-E5A0-41E7-A574-6CED893A8DF0}" dt="2023-09-06T17:04:59.729" v="382" actId="20577"/>
          <ac:spMkLst>
            <pc:docMk/>
            <pc:sldMk cId="3585331426" sldId="258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17:08:03.891" v="384" actId="931"/>
          <ac:spMkLst>
            <pc:docMk/>
            <pc:sldMk cId="3585331426" sldId="258"/>
            <ac:spMk id="4" creationId="{7B517FA2-3507-0CEB-0601-F6C4A2AA055B}"/>
          </ac:spMkLst>
        </pc:spChg>
        <pc:spChg chg="add mod">
          <ac:chgData name="Christian Villanueva" userId="9367907e4847b616" providerId="LiveId" clId="{76623A64-E5A0-41E7-A574-6CED893A8DF0}" dt="2023-09-06T17:08:39.923" v="393" actId="1076"/>
          <ac:spMkLst>
            <pc:docMk/>
            <pc:sldMk cId="3585331426" sldId="258"/>
            <ac:spMk id="9" creationId="{8AD70CE8-D297-DE96-7BFA-6E383775E086}"/>
          </ac:spMkLst>
        </pc:spChg>
        <pc:spChg chg="add mod">
          <ac:chgData name="Christian Villanueva" userId="9367907e4847b616" providerId="LiveId" clId="{76623A64-E5A0-41E7-A574-6CED893A8DF0}" dt="2023-09-06T17:09:28.934" v="423" actId="14100"/>
          <ac:spMkLst>
            <pc:docMk/>
            <pc:sldMk cId="3585331426" sldId="258"/>
            <ac:spMk id="10" creationId="{D0299406-C9C2-8EDF-5C25-F2E4FA76CBF9}"/>
          </ac:spMkLst>
        </pc:spChg>
        <pc:spChg chg="add mod">
          <ac:chgData name="Christian Villanueva" userId="9367907e4847b616" providerId="LiveId" clId="{76623A64-E5A0-41E7-A574-6CED893A8DF0}" dt="2023-09-06T17:09:59.629" v="436"/>
          <ac:spMkLst>
            <pc:docMk/>
            <pc:sldMk cId="3585331426" sldId="258"/>
            <ac:spMk id="11" creationId="{0ACA774E-CCA6-2AEA-7B68-3C481E49253D}"/>
          </ac:spMkLst>
        </pc:spChg>
        <pc:graphicFrameChg chg="del">
          <ac:chgData name="Christian Villanueva" userId="9367907e4847b616" providerId="LiveId" clId="{76623A64-E5A0-41E7-A574-6CED893A8DF0}" dt="2023-09-06T17:05:07.427" v="383" actId="478"/>
          <ac:graphicFrameMkLst>
            <pc:docMk/>
            <pc:sldMk cId="3585331426" sldId="258"/>
            <ac:graphicFrameMk id="18" creationId="{0B7E6D65-2BF5-3A79-94B3-B21D6BE0B1AF}"/>
          </ac:graphicFrameMkLst>
        </pc:graphicFrameChg>
        <pc:picChg chg="add mod">
          <ac:chgData name="Christian Villanueva" userId="9367907e4847b616" providerId="LiveId" clId="{76623A64-E5A0-41E7-A574-6CED893A8DF0}" dt="2023-09-06T17:08:42.769" v="395" actId="1076"/>
          <ac:picMkLst>
            <pc:docMk/>
            <pc:sldMk cId="3585331426" sldId="258"/>
            <ac:picMk id="6" creationId="{5A345408-FFFA-6533-9D8E-DF350C9DDB35}"/>
          </ac:picMkLst>
        </pc:picChg>
        <pc:picChg chg="add mod">
          <ac:chgData name="Christian Villanueva" userId="9367907e4847b616" providerId="LiveId" clId="{76623A64-E5A0-41E7-A574-6CED893A8DF0}" dt="2023-09-06T17:08:41.557" v="394" actId="1076"/>
          <ac:picMkLst>
            <pc:docMk/>
            <pc:sldMk cId="3585331426" sldId="258"/>
            <ac:picMk id="8" creationId="{52670F26-E60E-9ECE-3649-DC5729338E53}"/>
          </ac:picMkLst>
        </pc:picChg>
      </pc:sldChg>
      <pc:sldChg chg="del">
        <pc:chgData name="Christian Villanueva" userId="9367907e4847b616" providerId="LiveId" clId="{76623A64-E5A0-41E7-A574-6CED893A8DF0}" dt="2023-09-06T21:11:41.106" v="1402" actId="47"/>
        <pc:sldMkLst>
          <pc:docMk/>
          <pc:sldMk cId="1779159929" sldId="260"/>
        </pc:sldMkLst>
      </pc:sldChg>
      <pc:sldChg chg="addSp delSp modSp add mod">
        <pc:chgData name="Christian Villanueva" userId="9367907e4847b616" providerId="LiveId" clId="{76623A64-E5A0-41E7-A574-6CED893A8DF0}" dt="2023-09-06T22:21:52.451" v="1556" actId="732"/>
        <pc:sldMkLst>
          <pc:docMk/>
          <pc:sldMk cId="2624436072" sldId="261"/>
        </pc:sldMkLst>
        <pc:spChg chg="mod">
          <ac:chgData name="Christian Villanueva" userId="9367907e4847b616" providerId="LiveId" clId="{76623A64-E5A0-41E7-A574-6CED893A8DF0}" dt="2023-09-06T20:36:32.261" v="475" actId="20577"/>
          <ac:spMkLst>
            <pc:docMk/>
            <pc:sldMk cId="2624436072" sldId="261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20:35:56.753" v="439" actId="478"/>
          <ac:spMkLst>
            <pc:docMk/>
            <pc:sldMk cId="2624436072" sldId="261"/>
            <ac:spMk id="4" creationId="{7CFB527A-40AF-FD9E-50DC-EDD8A840D60A}"/>
          </ac:spMkLst>
        </pc:spChg>
        <pc:spChg chg="del">
          <ac:chgData name="Christian Villanueva" userId="9367907e4847b616" providerId="LiveId" clId="{76623A64-E5A0-41E7-A574-6CED893A8DF0}" dt="2023-09-06T20:36:00.023" v="441" actId="478"/>
          <ac:spMkLst>
            <pc:docMk/>
            <pc:sldMk cId="2624436072" sldId="261"/>
            <ac:spMk id="9" creationId="{8AD70CE8-D297-DE96-7BFA-6E383775E086}"/>
          </ac:spMkLst>
        </pc:spChg>
        <pc:spChg chg="del">
          <ac:chgData name="Christian Villanueva" userId="9367907e4847b616" providerId="LiveId" clId="{76623A64-E5A0-41E7-A574-6CED893A8DF0}" dt="2023-09-06T20:35:59.413" v="440" actId="478"/>
          <ac:spMkLst>
            <pc:docMk/>
            <pc:sldMk cId="2624436072" sldId="261"/>
            <ac:spMk id="10" creationId="{D0299406-C9C2-8EDF-5C25-F2E4FA76CBF9}"/>
          </ac:spMkLst>
        </pc:spChg>
        <pc:spChg chg="del">
          <ac:chgData name="Christian Villanueva" userId="9367907e4847b616" providerId="LiveId" clId="{76623A64-E5A0-41E7-A574-6CED893A8DF0}" dt="2023-09-06T20:36:03.063" v="443" actId="478"/>
          <ac:spMkLst>
            <pc:docMk/>
            <pc:sldMk cId="2624436072" sldId="261"/>
            <ac:spMk id="11" creationId="{0ACA774E-CCA6-2AEA-7B68-3C481E49253D}"/>
          </ac:spMkLst>
        </pc:spChg>
        <pc:spChg chg="add mod">
          <ac:chgData name="Christian Villanueva" userId="9367907e4847b616" providerId="LiveId" clId="{76623A64-E5A0-41E7-A574-6CED893A8DF0}" dt="2023-09-06T20:43:24.312" v="1305" actId="13926"/>
          <ac:spMkLst>
            <pc:docMk/>
            <pc:sldMk cId="2624436072" sldId="261"/>
            <ac:spMk id="12" creationId="{B70E87BD-7FBC-17A2-A34F-6A1339189146}"/>
          </ac:spMkLst>
        </pc:spChg>
        <pc:picChg chg="del">
          <ac:chgData name="Christian Villanueva" userId="9367907e4847b616" providerId="LiveId" clId="{76623A64-E5A0-41E7-A574-6CED893A8DF0}" dt="2023-09-06T20:35:54.884" v="438" actId="478"/>
          <ac:picMkLst>
            <pc:docMk/>
            <pc:sldMk cId="2624436072" sldId="261"/>
            <ac:picMk id="6" creationId="{5A345408-FFFA-6533-9D8E-DF350C9DDB35}"/>
          </ac:picMkLst>
        </pc:picChg>
        <pc:picChg chg="add mod modCrop">
          <ac:chgData name="Christian Villanueva" userId="9367907e4847b616" providerId="LiveId" clId="{76623A64-E5A0-41E7-A574-6CED893A8DF0}" dt="2023-09-06T22:21:52.451" v="1556" actId="732"/>
          <ac:picMkLst>
            <pc:docMk/>
            <pc:sldMk cId="2624436072" sldId="261"/>
            <ac:picMk id="7" creationId="{C4E3CA5A-8D35-E380-36E0-DA0580885013}"/>
          </ac:picMkLst>
        </pc:picChg>
        <pc:picChg chg="del">
          <ac:chgData name="Christian Villanueva" userId="9367907e4847b616" providerId="LiveId" clId="{76623A64-E5A0-41E7-A574-6CED893A8DF0}" dt="2023-09-06T20:36:01.454" v="442" actId="478"/>
          <ac:picMkLst>
            <pc:docMk/>
            <pc:sldMk cId="2624436072" sldId="261"/>
            <ac:picMk id="8" creationId="{52670F26-E60E-9ECE-3649-DC5729338E53}"/>
          </ac:picMkLst>
        </pc:picChg>
      </pc:sldChg>
      <pc:sldChg chg="delSp modSp add mod">
        <pc:chgData name="Christian Villanueva" userId="9367907e4847b616" providerId="LiveId" clId="{76623A64-E5A0-41E7-A574-6CED893A8DF0}" dt="2023-09-06T21:05:43.290" v="1401" actId="478"/>
        <pc:sldMkLst>
          <pc:docMk/>
          <pc:sldMk cId="232242528" sldId="262"/>
        </pc:sldMkLst>
        <pc:spChg chg="mod">
          <ac:chgData name="Christian Villanueva" userId="9367907e4847b616" providerId="LiveId" clId="{76623A64-E5A0-41E7-A574-6CED893A8DF0}" dt="2023-09-06T20:54:37.810" v="1378" actId="20577"/>
          <ac:spMkLst>
            <pc:docMk/>
            <pc:sldMk cId="232242528" sldId="262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21:05:37.924" v="1400" actId="1076"/>
          <ac:spMkLst>
            <pc:docMk/>
            <pc:sldMk cId="232242528" sldId="262"/>
            <ac:spMk id="3" creationId="{01D8EAC6-B22C-71F3-4A0A-C98523B1A82F}"/>
          </ac:spMkLst>
        </pc:spChg>
        <pc:spChg chg="del">
          <ac:chgData name="Christian Villanueva" userId="9367907e4847b616" providerId="LiveId" clId="{76623A64-E5A0-41E7-A574-6CED893A8DF0}" dt="2023-09-06T21:05:43.290" v="1401" actId="478"/>
          <ac:spMkLst>
            <pc:docMk/>
            <pc:sldMk cId="232242528" sldId="262"/>
            <ac:spMk id="5" creationId="{7A5F5ED0-677C-F76E-48E3-459D85569203}"/>
          </ac:spMkLst>
        </pc:spChg>
        <pc:spChg chg="del">
          <ac:chgData name="Christian Villanueva" userId="9367907e4847b616" providerId="LiveId" clId="{76623A64-E5A0-41E7-A574-6CED893A8DF0}" dt="2023-09-06T20:54:15.863" v="1358" actId="478"/>
          <ac:spMkLst>
            <pc:docMk/>
            <pc:sldMk cId="232242528" sldId="262"/>
            <ac:spMk id="9" creationId="{67CE1DC6-26F4-AB53-5275-7C1A257D7217}"/>
          </ac:spMkLst>
        </pc:spChg>
        <pc:spChg chg="del">
          <ac:chgData name="Christian Villanueva" userId="9367907e4847b616" providerId="LiveId" clId="{76623A64-E5A0-41E7-A574-6CED893A8DF0}" dt="2023-09-06T20:54:17.052" v="1359" actId="478"/>
          <ac:spMkLst>
            <pc:docMk/>
            <pc:sldMk cId="232242528" sldId="262"/>
            <ac:spMk id="15" creationId="{97B91EAD-6C05-A8E9-F9B2-05B596CFEAC1}"/>
          </ac:spMkLst>
        </pc:spChg>
        <pc:spChg chg="del mod">
          <ac:chgData name="Christian Villanueva" userId="9367907e4847b616" providerId="LiveId" clId="{76623A64-E5A0-41E7-A574-6CED893A8DF0}" dt="2023-09-06T20:54:22.347" v="1364" actId="478"/>
          <ac:spMkLst>
            <pc:docMk/>
            <pc:sldMk cId="232242528" sldId="262"/>
            <ac:spMk id="18" creationId="{A5EA126A-DFEF-3DC5-B982-05F226EE7C3F}"/>
          </ac:spMkLst>
        </pc:spChg>
        <pc:spChg chg="del">
          <ac:chgData name="Christian Villanueva" userId="9367907e4847b616" providerId="LiveId" clId="{76623A64-E5A0-41E7-A574-6CED893A8DF0}" dt="2023-09-06T20:54:23.461" v="1365" actId="478"/>
          <ac:spMkLst>
            <pc:docMk/>
            <pc:sldMk cId="232242528" sldId="262"/>
            <ac:spMk id="20" creationId="{17D5B3F5-91DD-F7E3-7A0F-A92D5A547E11}"/>
          </ac:spMkLst>
        </pc:spChg>
        <pc:picChg chg="del">
          <ac:chgData name="Christian Villanueva" userId="9367907e4847b616" providerId="LiveId" clId="{76623A64-E5A0-41E7-A574-6CED893A8DF0}" dt="2023-09-06T20:54:14.158" v="1357" actId="478"/>
          <ac:picMkLst>
            <pc:docMk/>
            <pc:sldMk cId="232242528" sldId="262"/>
            <ac:picMk id="7" creationId="{5062B967-BBBB-959B-A801-1177A876B265}"/>
          </ac:picMkLst>
        </pc:picChg>
        <pc:picChg chg="del">
          <ac:chgData name="Christian Villanueva" userId="9367907e4847b616" providerId="LiveId" clId="{76623A64-E5A0-41E7-A574-6CED893A8DF0}" dt="2023-09-06T20:54:17.469" v="1360" actId="478"/>
          <ac:picMkLst>
            <pc:docMk/>
            <pc:sldMk cId="232242528" sldId="262"/>
            <ac:picMk id="13" creationId="{C9AD27D6-55CC-1EC8-A8A0-FCE34B955FFB}"/>
          </ac:picMkLst>
        </pc:picChg>
        <pc:picChg chg="del">
          <ac:chgData name="Christian Villanueva" userId="9367907e4847b616" providerId="LiveId" clId="{76623A64-E5A0-41E7-A574-6CED893A8DF0}" dt="2023-09-06T20:54:18.326" v="1361" actId="478"/>
          <ac:picMkLst>
            <pc:docMk/>
            <pc:sldMk cId="232242528" sldId="262"/>
            <ac:picMk id="17" creationId="{6F2A0970-446B-87DB-C7EA-5B5FB642DC55}"/>
          </ac:picMkLst>
        </pc:picChg>
        <pc:picChg chg="del">
          <ac:chgData name="Christian Villanueva" userId="9367907e4847b616" providerId="LiveId" clId="{76623A64-E5A0-41E7-A574-6CED893A8DF0}" dt="2023-09-06T20:54:18.864" v="1362" actId="478"/>
          <ac:picMkLst>
            <pc:docMk/>
            <pc:sldMk cId="232242528" sldId="262"/>
            <ac:picMk id="19" creationId="{126BF74E-3AD2-FD57-8AAC-68A8DBA1D9AC}"/>
          </ac:picMkLst>
        </pc:picChg>
      </pc:sldChg>
      <pc:sldChg chg="addSp delSp modSp add mod ord">
        <pc:chgData name="Christian Villanueva" userId="9367907e4847b616" providerId="LiveId" clId="{76623A64-E5A0-41E7-A574-6CED893A8DF0}" dt="2023-09-06T22:19:40.758" v="1555" actId="208"/>
        <pc:sldMkLst>
          <pc:docMk/>
          <pc:sldMk cId="3847393514" sldId="263"/>
        </pc:sldMkLst>
        <pc:spChg chg="mod">
          <ac:chgData name="Christian Villanueva" userId="9367907e4847b616" providerId="LiveId" clId="{76623A64-E5A0-41E7-A574-6CED893A8DF0}" dt="2023-09-06T22:09:46.281" v="1430" actId="20577"/>
          <ac:spMkLst>
            <pc:docMk/>
            <pc:sldMk cId="3847393514" sldId="263"/>
            <ac:spMk id="2" creationId="{30BB7B13-C3E6-C349-F125-30B9BDA130F9}"/>
          </ac:spMkLst>
        </pc:spChg>
        <pc:spChg chg="add mod">
          <ac:chgData name="Christian Villanueva" userId="9367907e4847b616" providerId="LiveId" clId="{76623A64-E5A0-41E7-A574-6CED893A8DF0}" dt="2023-09-06T22:15:43.711" v="1489" actId="1076"/>
          <ac:spMkLst>
            <pc:docMk/>
            <pc:sldMk cId="3847393514" sldId="263"/>
            <ac:spMk id="9" creationId="{F05E6402-CCAF-5BC9-6D85-6CFD1E8EA071}"/>
          </ac:spMkLst>
        </pc:spChg>
        <pc:spChg chg="del">
          <ac:chgData name="Christian Villanueva" userId="9367907e4847b616" providerId="LiveId" clId="{76623A64-E5A0-41E7-A574-6CED893A8DF0}" dt="2023-09-06T22:09:50.093" v="1432" actId="478"/>
          <ac:spMkLst>
            <pc:docMk/>
            <pc:sldMk cId="3847393514" sldId="263"/>
            <ac:spMk id="12" creationId="{B70E87BD-7FBC-17A2-A34F-6A1339189146}"/>
          </ac:spMkLst>
        </pc:spChg>
        <pc:spChg chg="add mod">
          <ac:chgData name="Christian Villanueva" userId="9367907e4847b616" providerId="LiveId" clId="{76623A64-E5A0-41E7-A574-6CED893A8DF0}" dt="2023-09-06T22:17:02.090" v="1510" actId="20577"/>
          <ac:spMkLst>
            <pc:docMk/>
            <pc:sldMk cId="3847393514" sldId="263"/>
            <ac:spMk id="13" creationId="{0D0682BE-4F55-494F-E97B-3437A60B950D}"/>
          </ac:spMkLst>
        </pc:spChg>
        <pc:spChg chg="add mod">
          <ac:chgData name="Christian Villanueva" userId="9367907e4847b616" providerId="LiveId" clId="{76623A64-E5A0-41E7-A574-6CED893A8DF0}" dt="2023-09-06T22:17:15.442" v="1523" actId="20577"/>
          <ac:spMkLst>
            <pc:docMk/>
            <pc:sldMk cId="3847393514" sldId="263"/>
            <ac:spMk id="15" creationId="{DB54DC2E-9E1F-FA11-47A3-14BA6E609524}"/>
          </ac:spMkLst>
        </pc:spChg>
        <pc:spChg chg="add mod">
          <ac:chgData name="Christian Villanueva" userId="9367907e4847b616" providerId="LiveId" clId="{76623A64-E5A0-41E7-A574-6CED893A8DF0}" dt="2023-09-06T22:17:30.608" v="1532" actId="20577"/>
          <ac:spMkLst>
            <pc:docMk/>
            <pc:sldMk cId="3847393514" sldId="263"/>
            <ac:spMk id="17" creationId="{84FCBCE8-36B8-B385-B741-B6799E160FA9}"/>
          </ac:spMkLst>
        </pc:spChg>
        <pc:spChg chg="add del mod">
          <ac:chgData name="Christian Villanueva" userId="9367907e4847b616" providerId="LiveId" clId="{76623A64-E5A0-41E7-A574-6CED893A8DF0}" dt="2023-09-06T22:18:59.468" v="1545" actId="478"/>
          <ac:spMkLst>
            <pc:docMk/>
            <pc:sldMk cId="3847393514" sldId="263"/>
            <ac:spMk id="19" creationId="{1F8EE526-3EFE-1D41-4F2D-0340F9BF821C}"/>
          </ac:spMkLst>
        </pc:spChg>
        <pc:spChg chg="add mod">
          <ac:chgData name="Christian Villanueva" userId="9367907e4847b616" providerId="LiveId" clId="{76623A64-E5A0-41E7-A574-6CED893A8DF0}" dt="2023-09-06T22:19:14.052" v="1547" actId="13822"/>
          <ac:spMkLst>
            <pc:docMk/>
            <pc:sldMk cId="3847393514" sldId="263"/>
            <ac:spMk id="20" creationId="{18010B8B-2808-20E8-EF66-02B831C11206}"/>
          </ac:spMkLst>
        </pc:spChg>
        <pc:spChg chg="add mod">
          <ac:chgData name="Christian Villanueva" userId="9367907e4847b616" providerId="LiveId" clId="{76623A64-E5A0-41E7-A574-6CED893A8DF0}" dt="2023-09-06T22:19:19.907" v="1549" actId="1076"/>
          <ac:spMkLst>
            <pc:docMk/>
            <pc:sldMk cId="3847393514" sldId="263"/>
            <ac:spMk id="21" creationId="{CA0F7EAD-6717-A764-71E5-E3C1B219E614}"/>
          </ac:spMkLst>
        </pc:spChg>
        <pc:spChg chg="add mod">
          <ac:chgData name="Christian Villanueva" userId="9367907e4847b616" providerId="LiveId" clId="{76623A64-E5A0-41E7-A574-6CED893A8DF0}" dt="2023-09-06T22:19:25.522" v="1551" actId="1076"/>
          <ac:spMkLst>
            <pc:docMk/>
            <pc:sldMk cId="3847393514" sldId="263"/>
            <ac:spMk id="23" creationId="{526180E0-61EB-E0B9-E060-F0BB745B533B}"/>
          </ac:spMkLst>
        </pc:spChg>
        <pc:picChg chg="add mod">
          <ac:chgData name="Christian Villanueva" userId="9367907e4847b616" providerId="LiveId" clId="{76623A64-E5A0-41E7-A574-6CED893A8DF0}" dt="2023-09-06T22:19:35.476" v="1552" actId="208"/>
          <ac:picMkLst>
            <pc:docMk/>
            <pc:sldMk cId="3847393514" sldId="263"/>
            <ac:picMk id="4" creationId="{362E1408-C5CC-8212-E3DF-1743A3BAA168}"/>
          </ac:picMkLst>
        </pc:picChg>
        <pc:picChg chg="add mod">
          <ac:chgData name="Christian Villanueva" userId="9367907e4847b616" providerId="LiveId" clId="{76623A64-E5A0-41E7-A574-6CED893A8DF0}" dt="2023-09-06T22:19:39.030" v="1554" actId="208"/>
          <ac:picMkLst>
            <pc:docMk/>
            <pc:sldMk cId="3847393514" sldId="263"/>
            <ac:picMk id="5" creationId="{AF5EFB3C-F874-F77E-B458-3DABD34ED6B7}"/>
          </ac:picMkLst>
        </pc:picChg>
        <pc:picChg chg="add mod">
          <ac:chgData name="Christian Villanueva" userId="9367907e4847b616" providerId="LiveId" clId="{76623A64-E5A0-41E7-A574-6CED893A8DF0}" dt="2023-09-06T22:19:40.758" v="1555" actId="208"/>
          <ac:picMkLst>
            <pc:docMk/>
            <pc:sldMk cId="3847393514" sldId="263"/>
            <ac:picMk id="6" creationId="{E1F79420-C488-37E5-7804-9639EC42C03B}"/>
          </ac:picMkLst>
        </pc:picChg>
        <pc:picChg chg="del">
          <ac:chgData name="Christian Villanueva" userId="9367907e4847b616" providerId="LiveId" clId="{76623A64-E5A0-41E7-A574-6CED893A8DF0}" dt="2023-09-06T22:09:48.858" v="1431" actId="478"/>
          <ac:picMkLst>
            <pc:docMk/>
            <pc:sldMk cId="3847393514" sldId="263"/>
            <ac:picMk id="7" creationId="{C4E3CA5A-8D35-E380-36E0-DA0580885013}"/>
          </ac:picMkLst>
        </pc:picChg>
        <pc:picChg chg="add mod">
          <ac:chgData name="Christian Villanueva" userId="9367907e4847b616" providerId="LiveId" clId="{76623A64-E5A0-41E7-A574-6CED893A8DF0}" dt="2023-09-06T22:19:37.291" v="1553" actId="208"/>
          <ac:picMkLst>
            <pc:docMk/>
            <pc:sldMk cId="3847393514" sldId="263"/>
            <ac:picMk id="8" creationId="{77AE4ED1-99BC-EFC3-6DEE-B56F884BB26F}"/>
          </ac:picMkLst>
        </pc:picChg>
        <pc:cxnChg chg="add mod">
          <ac:chgData name="Christian Villanueva" userId="9367907e4847b616" providerId="LiveId" clId="{76623A64-E5A0-41E7-A574-6CED893A8DF0}" dt="2023-09-06T22:15:59.622" v="1491" actId="208"/>
          <ac:cxnSpMkLst>
            <pc:docMk/>
            <pc:sldMk cId="3847393514" sldId="263"/>
            <ac:cxnSpMk id="11" creationId="{571862DC-CA62-5DC2-9BDF-C4A2DD833768}"/>
          </ac:cxnSpMkLst>
        </pc:cxnChg>
        <pc:cxnChg chg="add mod">
          <ac:chgData name="Christian Villanueva" userId="9367907e4847b616" providerId="LiveId" clId="{76623A64-E5A0-41E7-A574-6CED893A8DF0}" dt="2023-09-06T22:16:54.571" v="1499" actId="1076"/>
          <ac:cxnSpMkLst>
            <pc:docMk/>
            <pc:sldMk cId="3847393514" sldId="263"/>
            <ac:cxnSpMk id="14" creationId="{31103850-2769-B6C0-7F0E-0B330ACE2568}"/>
          </ac:cxnSpMkLst>
        </pc:cxnChg>
        <pc:cxnChg chg="add mod">
          <ac:chgData name="Christian Villanueva" userId="9367907e4847b616" providerId="LiveId" clId="{76623A64-E5A0-41E7-A574-6CED893A8DF0}" dt="2023-09-06T22:17:10.690" v="1512" actId="1076"/>
          <ac:cxnSpMkLst>
            <pc:docMk/>
            <pc:sldMk cId="3847393514" sldId="263"/>
            <ac:cxnSpMk id="16" creationId="{E35623CE-EA91-6F4E-8DD5-02D9843993D3}"/>
          </ac:cxnSpMkLst>
        </pc:cxnChg>
        <pc:cxnChg chg="add mod">
          <ac:chgData name="Christian Villanueva" userId="9367907e4847b616" providerId="LiveId" clId="{76623A64-E5A0-41E7-A574-6CED893A8DF0}" dt="2023-09-06T22:17:24.491" v="1525" actId="1076"/>
          <ac:cxnSpMkLst>
            <pc:docMk/>
            <pc:sldMk cId="3847393514" sldId="263"/>
            <ac:cxnSpMk id="18" creationId="{6C1DB281-2839-768D-B140-3487DD0853B0}"/>
          </ac:cxnSpMkLst>
        </pc:cxnChg>
      </pc:sldChg>
    </pc:docChg>
  </pc:docChgLst>
  <pc:docChgLst>
    <pc:chgData name="Christian Villanueva" userId="9367907e4847b616" providerId="LiveId" clId="{C67624D5-49B0-4A9B-B1C4-780D8E4E7704}"/>
    <pc:docChg chg="undo custSel addSld delSld modSld">
      <pc:chgData name="Christian Villanueva" userId="9367907e4847b616" providerId="LiveId" clId="{C67624D5-49B0-4A9B-B1C4-780D8E4E7704}" dt="2023-09-09T19:54:53.786" v="1646" actId="47"/>
      <pc:docMkLst>
        <pc:docMk/>
      </pc:docMkLst>
      <pc:sldChg chg="modSp mod">
        <pc:chgData name="Christian Villanueva" userId="9367907e4847b616" providerId="LiveId" clId="{C67624D5-49B0-4A9B-B1C4-780D8E4E7704}" dt="2023-09-09T19:04:43.205" v="11" actId="20577"/>
        <pc:sldMkLst>
          <pc:docMk/>
          <pc:sldMk cId="2517860399" sldId="256"/>
        </pc:sldMkLst>
        <pc:spChg chg="mod">
          <ac:chgData name="Christian Villanueva" userId="9367907e4847b616" providerId="LiveId" clId="{C67624D5-49B0-4A9B-B1C4-780D8E4E7704}" dt="2023-09-09T19:04:43.20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delSp modSp mod">
        <pc:chgData name="Christian Villanueva" userId="9367907e4847b616" providerId="LiveId" clId="{C67624D5-49B0-4A9B-B1C4-780D8E4E7704}" dt="2023-09-09T19:50:25.237" v="1558" actId="478"/>
        <pc:sldMkLst>
          <pc:docMk/>
          <pc:sldMk cId="1457034104" sldId="257"/>
        </pc:sldMkLst>
        <pc:spChg chg="mod">
          <ac:chgData name="Christian Villanueva" userId="9367907e4847b616" providerId="LiveId" clId="{C67624D5-49B0-4A9B-B1C4-780D8E4E7704}" dt="2023-09-09T19:04:57.658" v="3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C67624D5-49B0-4A9B-B1C4-780D8E4E7704}" dt="2023-09-09T19:32:33.261" v="1533" actId="20577"/>
          <ac:spMkLst>
            <pc:docMk/>
            <pc:sldMk cId="1457034104" sldId="257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5.237" v="1558" actId="478"/>
          <ac:spMkLst>
            <pc:docMk/>
            <pc:sldMk cId="1457034104" sldId="257"/>
            <ac:spMk id="5" creationId="{7A5F5ED0-677C-F76E-48E3-459D85569203}"/>
          </ac:spMkLst>
        </pc:spChg>
        <pc:spChg chg="del">
          <ac:chgData name="Christian Villanueva" userId="9367907e4847b616" providerId="LiveId" clId="{C67624D5-49B0-4A9B-B1C4-780D8E4E7704}" dt="2023-09-09T19:05:02.056" v="40" actId="478"/>
          <ac:spMkLst>
            <pc:docMk/>
            <pc:sldMk cId="1457034104" sldId="257"/>
            <ac:spMk id="9" creationId="{67CE1DC6-26F4-AB53-5275-7C1A257D7217}"/>
          </ac:spMkLst>
        </pc:spChg>
        <pc:spChg chg="del">
          <ac:chgData name="Christian Villanueva" userId="9367907e4847b616" providerId="LiveId" clId="{C67624D5-49B0-4A9B-B1C4-780D8E4E7704}" dt="2023-09-09T19:05:02.961" v="41" actId="478"/>
          <ac:spMkLst>
            <pc:docMk/>
            <pc:sldMk cId="1457034104" sldId="257"/>
            <ac:spMk id="15" creationId="{97B91EAD-6C05-A8E9-F9B2-05B596CFEAC1}"/>
          </ac:spMkLst>
        </pc:spChg>
        <pc:spChg chg="del mod">
          <ac:chgData name="Christian Villanueva" userId="9367907e4847b616" providerId="LiveId" clId="{C67624D5-49B0-4A9B-B1C4-780D8E4E7704}" dt="2023-09-09T19:05:05.259" v="44" actId="478"/>
          <ac:spMkLst>
            <pc:docMk/>
            <pc:sldMk cId="1457034104" sldId="257"/>
            <ac:spMk id="18" creationId="{A5EA126A-DFEF-3DC5-B982-05F226EE7C3F}"/>
          </ac:spMkLst>
        </pc:spChg>
        <pc:spChg chg="del">
          <ac:chgData name="Christian Villanueva" userId="9367907e4847b616" providerId="LiveId" clId="{C67624D5-49B0-4A9B-B1C4-780D8E4E7704}" dt="2023-09-09T19:05:09.103" v="47" actId="478"/>
          <ac:spMkLst>
            <pc:docMk/>
            <pc:sldMk cId="1457034104" sldId="257"/>
            <ac:spMk id="20" creationId="{17D5B3F5-91DD-F7E3-7A0F-A92D5A547E11}"/>
          </ac:spMkLst>
        </pc:spChg>
        <pc:picChg chg="del">
          <ac:chgData name="Christian Villanueva" userId="9367907e4847b616" providerId="LiveId" clId="{C67624D5-49B0-4A9B-B1C4-780D8E4E7704}" dt="2023-09-09T19:05:00.953" v="39" actId="478"/>
          <ac:picMkLst>
            <pc:docMk/>
            <pc:sldMk cId="1457034104" sldId="257"/>
            <ac:picMk id="7" creationId="{5062B967-BBBB-959B-A801-1177A876B265}"/>
          </ac:picMkLst>
        </pc:picChg>
        <pc:picChg chg="del">
          <ac:chgData name="Christian Villanueva" userId="9367907e4847b616" providerId="LiveId" clId="{C67624D5-49B0-4A9B-B1C4-780D8E4E7704}" dt="2023-09-09T19:05:03.440" v="42" actId="478"/>
          <ac:picMkLst>
            <pc:docMk/>
            <pc:sldMk cId="1457034104" sldId="257"/>
            <ac:picMk id="13" creationId="{C9AD27D6-55CC-1EC8-A8A0-FCE34B955FFB}"/>
          </ac:picMkLst>
        </pc:picChg>
        <pc:picChg chg="del">
          <ac:chgData name="Christian Villanueva" userId="9367907e4847b616" providerId="LiveId" clId="{C67624D5-49B0-4A9B-B1C4-780D8E4E7704}" dt="2023-09-09T19:05:05.910" v="45" actId="478"/>
          <ac:picMkLst>
            <pc:docMk/>
            <pc:sldMk cId="1457034104" sldId="257"/>
            <ac:picMk id="17" creationId="{6F2A0970-446B-87DB-C7EA-5B5FB642DC55}"/>
          </ac:picMkLst>
        </pc:picChg>
        <pc:picChg chg="del">
          <ac:chgData name="Christian Villanueva" userId="9367907e4847b616" providerId="LiveId" clId="{C67624D5-49B0-4A9B-B1C4-780D8E4E7704}" dt="2023-09-09T19:05:06.437" v="46" actId="478"/>
          <ac:picMkLst>
            <pc:docMk/>
            <pc:sldMk cId="1457034104" sldId="257"/>
            <ac:picMk id="19" creationId="{126BF74E-3AD2-FD57-8AAC-68A8DBA1D9AC}"/>
          </ac:picMkLst>
        </pc:picChg>
      </pc:sldChg>
      <pc:sldChg chg="del">
        <pc:chgData name="Christian Villanueva" userId="9367907e4847b616" providerId="LiveId" clId="{C67624D5-49B0-4A9B-B1C4-780D8E4E7704}" dt="2023-09-09T19:54:52.051" v="1644" actId="47"/>
        <pc:sldMkLst>
          <pc:docMk/>
          <pc:sldMk cId="3585331426" sldId="258"/>
        </pc:sldMkLst>
      </pc:sldChg>
      <pc:sldChg chg="del">
        <pc:chgData name="Christian Villanueva" userId="9367907e4847b616" providerId="LiveId" clId="{C67624D5-49B0-4A9B-B1C4-780D8E4E7704}" dt="2023-09-09T19:54:53.786" v="1646" actId="47"/>
        <pc:sldMkLst>
          <pc:docMk/>
          <pc:sldMk cId="2624436072" sldId="261"/>
        </pc:sldMkLst>
      </pc:sldChg>
      <pc:sldChg chg="del">
        <pc:chgData name="Christian Villanueva" userId="9367907e4847b616" providerId="LiveId" clId="{C67624D5-49B0-4A9B-B1C4-780D8E4E7704}" dt="2023-09-09T19:54:51.607" v="1643" actId="47"/>
        <pc:sldMkLst>
          <pc:docMk/>
          <pc:sldMk cId="232242528" sldId="262"/>
        </pc:sldMkLst>
      </pc:sldChg>
      <pc:sldChg chg="del">
        <pc:chgData name="Christian Villanueva" userId="9367907e4847b616" providerId="LiveId" clId="{C67624D5-49B0-4A9B-B1C4-780D8E4E7704}" dt="2023-09-09T19:54:52.595" v="1645" actId="47"/>
        <pc:sldMkLst>
          <pc:docMk/>
          <pc:sldMk cId="3847393514" sldId="263"/>
        </pc:sldMkLst>
      </pc:sldChg>
      <pc:sldChg chg="addSp delSp modSp add mod">
        <pc:chgData name="Christian Villanueva" userId="9367907e4847b616" providerId="LiveId" clId="{C67624D5-49B0-4A9B-B1C4-780D8E4E7704}" dt="2023-09-09T19:54:02.524" v="1642" actId="20577"/>
        <pc:sldMkLst>
          <pc:docMk/>
          <pc:sldMk cId="3499865914" sldId="264"/>
        </pc:sldMkLst>
        <pc:spChg chg="mod">
          <ac:chgData name="Christian Villanueva" userId="9367907e4847b616" providerId="LiveId" clId="{C67624D5-49B0-4A9B-B1C4-780D8E4E7704}" dt="2023-09-09T19:54:02.524" v="1642" actId="20577"/>
          <ac:spMkLst>
            <pc:docMk/>
            <pc:sldMk cId="3499865914" sldId="264"/>
            <ac:spMk id="2" creationId="{86705015-20EE-35FE-01D6-B865C6688E52}"/>
          </ac:spMkLst>
        </pc:spChg>
        <pc:spChg chg="del">
          <ac:chgData name="Christian Villanueva" userId="9367907e4847b616" providerId="LiveId" clId="{C67624D5-49B0-4A9B-B1C4-780D8E4E7704}" dt="2023-09-09T19:48:32.945" v="1535" actId="478"/>
          <ac:spMkLst>
            <pc:docMk/>
            <pc:sldMk cId="3499865914" sldId="264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2.948" v="1557" actId="478"/>
          <ac:spMkLst>
            <pc:docMk/>
            <pc:sldMk cId="3499865914" sldId="264"/>
            <ac:spMk id="5" creationId="{7A5F5ED0-677C-F76E-48E3-459D85569203}"/>
          </ac:spMkLst>
        </pc:spChg>
        <pc:spChg chg="add del mod">
          <ac:chgData name="Christian Villanueva" userId="9367907e4847b616" providerId="LiveId" clId="{C67624D5-49B0-4A9B-B1C4-780D8E4E7704}" dt="2023-09-09T19:48:45.440" v="1539" actId="478"/>
          <ac:spMkLst>
            <pc:docMk/>
            <pc:sldMk cId="3499865914" sldId="264"/>
            <ac:spMk id="6" creationId="{FDB7F67F-A2A9-53C4-9F5D-957C815950A1}"/>
          </ac:spMkLst>
        </pc:spChg>
        <pc:spChg chg="add del mod">
          <ac:chgData name="Christian Villanueva" userId="9367907e4847b616" providerId="LiveId" clId="{C67624D5-49B0-4A9B-B1C4-780D8E4E7704}" dt="2023-09-09T19:50:47.186" v="1565" actId="22"/>
          <ac:spMkLst>
            <pc:docMk/>
            <pc:sldMk cId="3499865914" sldId="264"/>
            <ac:spMk id="17" creationId="{CFF904D7-AAC4-FF60-9AAC-CD5C97991DD5}"/>
          </ac:spMkLst>
        </pc:spChg>
        <pc:spChg chg="add mod">
          <ac:chgData name="Christian Villanueva" userId="9367907e4847b616" providerId="LiveId" clId="{C67624D5-49B0-4A9B-B1C4-780D8E4E7704}" dt="2023-09-09T19:52:24.839" v="1597" actId="1076"/>
          <ac:spMkLst>
            <pc:docMk/>
            <pc:sldMk cId="3499865914" sldId="264"/>
            <ac:spMk id="22" creationId="{67408219-C84E-BE15-B62B-4710B1A01149}"/>
          </ac:spMkLst>
        </pc:spChg>
        <pc:spChg chg="add mod">
          <ac:chgData name="Christian Villanueva" userId="9367907e4847b616" providerId="LiveId" clId="{C67624D5-49B0-4A9B-B1C4-780D8E4E7704}" dt="2023-09-09T19:52:51.369" v="1599" actId="13822"/>
          <ac:spMkLst>
            <pc:docMk/>
            <pc:sldMk cId="3499865914" sldId="264"/>
            <ac:spMk id="23" creationId="{B61A13A2-BFF0-E788-7FD5-E56E739F84A4}"/>
          </ac:spMkLst>
        </pc:spChg>
        <pc:spChg chg="add mod">
          <ac:chgData name="Christian Villanueva" userId="9367907e4847b616" providerId="LiveId" clId="{C67624D5-49B0-4A9B-B1C4-780D8E4E7704}" dt="2023-09-09T19:53:02.956" v="1611" actId="20577"/>
          <ac:spMkLst>
            <pc:docMk/>
            <pc:sldMk cId="3499865914" sldId="264"/>
            <ac:spMk id="24" creationId="{A55FA9E7-5D1E-7947-4D27-0DE8F056DA02}"/>
          </ac:spMkLst>
        </pc:spChg>
        <pc:spChg chg="add mod">
          <ac:chgData name="Christian Villanueva" userId="9367907e4847b616" providerId="LiveId" clId="{C67624D5-49B0-4A9B-B1C4-780D8E4E7704}" dt="2023-09-09T19:53:49.040" v="1634" actId="14100"/>
          <ac:spMkLst>
            <pc:docMk/>
            <pc:sldMk cId="3499865914" sldId="264"/>
            <ac:spMk id="29" creationId="{B5588A33-3732-D606-0FCA-52DAAE717715}"/>
          </ac:spMkLst>
        </pc:spChg>
        <pc:graphicFrameChg chg="add del mod">
          <ac:chgData name="Christian Villanueva" userId="9367907e4847b616" providerId="LiveId" clId="{C67624D5-49B0-4A9B-B1C4-780D8E4E7704}" dt="2023-09-09T19:48:37.717" v="1537"/>
          <ac:graphicFrameMkLst>
            <pc:docMk/>
            <pc:sldMk cId="3499865914" sldId="264"/>
            <ac:graphicFrameMk id="7" creationId="{8867B9B8-9FB5-9F20-039B-D45DF820A0AE}"/>
          </ac:graphicFrameMkLst>
        </pc:graphicFrameChg>
        <pc:picChg chg="add mod">
          <ac:chgData name="Christian Villanueva" userId="9367907e4847b616" providerId="LiveId" clId="{C67624D5-49B0-4A9B-B1C4-780D8E4E7704}" dt="2023-09-09T19:52:18.659" v="1595" actId="1076"/>
          <ac:picMkLst>
            <pc:docMk/>
            <pc:sldMk cId="3499865914" sldId="264"/>
            <ac:picMk id="11" creationId="{7D0C43CA-B01D-41BD-C90E-48AAA0558315}"/>
          </ac:picMkLst>
        </pc:picChg>
        <pc:picChg chg="add del mod modCrop">
          <ac:chgData name="Christian Villanueva" userId="9367907e4847b616" providerId="LiveId" clId="{C67624D5-49B0-4A9B-B1C4-780D8E4E7704}" dt="2023-09-09T19:52:02.430" v="1591" actId="732"/>
          <ac:picMkLst>
            <pc:docMk/>
            <pc:sldMk cId="3499865914" sldId="264"/>
            <ac:picMk id="13" creationId="{04895F5D-8951-245D-F19B-1BB165A2F895}"/>
          </ac:picMkLst>
        </pc:picChg>
        <pc:picChg chg="add mod modCrop">
          <ac:chgData name="Christian Villanueva" userId="9367907e4847b616" providerId="LiveId" clId="{C67624D5-49B0-4A9B-B1C4-780D8E4E7704}" dt="2023-09-09T19:52:12.451" v="1594" actId="732"/>
          <ac:picMkLst>
            <pc:docMk/>
            <pc:sldMk cId="3499865914" sldId="264"/>
            <ac:picMk id="18" creationId="{EC282E47-453D-8D7A-639A-D5190ADCE088}"/>
          </ac:picMkLst>
        </pc:picChg>
        <pc:cxnChg chg="add del mod">
          <ac:chgData name="Christian Villanueva" userId="9367907e4847b616" providerId="LiveId" clId="{C67624D5-49B0-4A9B-B1C4-780D8E4E7704}" dt="2023-09-09T19:48:37.717" v="1537"/>
          <ac:cxnSpMkLst>
            <pc:docMk/>
            <pc:sldMk cId="3499865914" sldId="264"/>
            <ac:cxnSpMk id="9" creationId="{B2DFACD2-98B5-8885-6FD2-099AA8A4DE9F}"/>
          </ac:cxnSpMkLst>
        </pc:cxnChg>
        <pc:cxnChg chg="add mod">
          <ac:chgData name="Christian Villanueva" userId="9367907e4847b616" providerId="LiveId" clId="{C67624D5-49B0-4A9B-B1C4-780D8E4E7704}" dt="2023-09-09T19:53:13.988" v="1612" actId="13822"/>
          <ac:cxnSpMkLst>
            <pc:docMk/>
            <pc:sldMk cId="3499865914" sldId="264"/>
            <ac:cxnSpMk id="20" creationId="{8F9F1BB7-4A9A-114E-0548-86FF9D743843}"/>
          </ac:cxnSpMkLst>
        </pc:cxnChg>
        <pc:cxnChg chg="add mod">
          <ac:chgData name="Christian Villanueva" userId="9367907e4847b616" providerId="LiveId" clId="{C67624D5-49B0-4A9B-B1C4-780D8E4E7704}" dt="2023-09-09T19:53:36.976" v="1617" actId="14100"/>
          <ac:cxnSpMkLst>
            <pc:docMk/>
            <pc:sldMk cId="3499865914" sldId="264"/>
            <ac:cxnSpMk id="25" creationId="{8934C1AD-AB51-FF50-854C-51DBFC3C9B7C}"/>
          </ac:cxnSpMkLst>
        </pc:cxnChg>
      </pc:sldChg>
    </pc:docChg>
  </pc:docChgLst>
  <pc:docChgLst>
    <pc:chgData name="Christian Villanueva" userId="9367907e4847b616" providerId="LiveId" clId="{DA3847DE-965A-4241-B124-0EA691A25757}"/>
    <pc:docChg chg="custSel addSld delSld modSld">
      <pc:chgData name="Christian Villanueva" userId="9367907e4847b616" providerId="LiveId" clId="{DA3847DE-965A-4241-B124-0EA691A25757}" dt="2023-11-29T04:22:49.571" v="3811" actId="1076"/>
      <pc:docMkLst>
        <pc:docMk/>
      </pc:docMkLst>
      <pc:sldChg chg="modSp mod">
        <pc:chgData name="Christian Villanueva" userId="9367907e4847b616" providerId="LiveId" clId="{DA3847DE-965A-4241-B124-0EA691A25757}" dt="2023-11-29T00:23:27.815" v="44" actId="20577"/>
        <pc:sldMkLst>
          <pc:docMk/>
          <pc:sldMk cId="2517860399" sldId="256"/>
        </pc:sldMkLst>
        <pc:spChg chg="mod">
          <ac:chgData name="Christian Villanueva" userId="9367907e4847b616" providerId="LiveId" clId="{DA3847DE-965A-4241-B124-0EA691A25757}" dt="2023-11-29T00:23:27.815" v="44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DA3847DE-965A-4241-B124-0EA691A25757}" dt="2023-11-29T00:52:23.204" v="449" actId="1076"/>
        <pc:sldMkLst>
          <pc:docMk/>
          <pc:sldMk cId="1457034104" sldId="257"/>
        </pc:sldMkLst>
        <pc:spChg chg="mod">
          <ac:chgData name="Christian Villanueva" userId="9367907e4847b616" providerId="LiveId" clId="{DA3847DE-965A-4241-B124-0EA691A25757}" dt="2023-11-29T00:44:36.094" v="407" actId="107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DA3847DE-965A-4241-B124-0EA691A25757}" dt="2023-11-29T00:45:33.375" v="431" actId="113"/>
          <ac:spMkLst>
            <pc:docMk/>
            <pc:sldMk cId="1457034104" sldId="257"/>
            <ac:spMk id="4" creationId="{C490B56F-0869-68C2-0B09-2AFEFD5456AE}"/>
          </ac:spMkLst>
        </pc:spChg>
        <pc:picChg chg="add mod">
          <ac:chgData name="Christian Villanueva" userId="9367907e4847b616" providerId="LiveId" clId="{DA3847DE-965A-4241-B124-0EA691A25757}" dt="2023-11-29T00:52:23.204" v="449" actId="1076"/>
          <ac:picMkLst>
            <pc:docMk/>
            <pc:sldMk cId="1457034104" sldId="257"/>
            <ac:picMk id="1026" creationId="{C5A4EE8F-3212-CEA5-FED9-E809C30E0E2A}"/>
          </ac:picMkLst>
        </pc:picChg>
      </pc:sldChg>
      <pc:sldChg chg="modSp mod">
        <pc:chgData name="Christian Villanueva" userId="9367907e4847b616" providerId="LiveId" clId="{DA3847DE-965A-4241-B124-0EA691A25757}" dt="2023-11-29T01:07:53.049" v="3083" actId="20577"/>
        <pc:sldMkLst>
          <pc:docMk/>
          <pc:sldMk cId="3499865914" sldId="264"/>
        </pc:sldMkLst>
        <pc:spChg chg="mod">
          <ac:chgData name="Christian Villanueva" userId="9367907e4847b616" providerId="LiveId" clId="{DA3847DE-965A-4241-B124-0EA691A25757}" dt="2023-11-29T00:59:52.170" v="1387" actId="20577"/>
          <ac:spMkLst>
            <pc:docMk/>
            <pc:sldMk cId="3499865914" sldId="264"/>
            <ac:spMk id="2" creationId="{86705015-20EE-35FE-01D6-B865C6688E52}"/>
          </ac:spMkLst>
        </pc:spChg>
        <pc:spChg chg="mod">
          <ac:chgData name="Christian Villanueva" userId="9367907e4847b616" providerId="LiveId" clId="{DA3847DE-965A-4241-B124-0EA691A25757}" dt="2023-11-29T01:07:53.049" v="3083" actId="20577"/>
          <ac:spMkLst>
            <pc:docMk/>
            <pc:sldMk cId="3499865914" sldId="264"/>
            <ac:spMk id="3" creationId="{08D62982-4107-D75F-CB7C-97EE84C54343}"/>
          </ac:spMkLst>
        </pc:spChg>
      </pc:sldChg>
      <pc:sldChg chg="addSp delSp modSp mod">
        <pc:chgData name="Christian Villanueva" userId="9367907e4847b616" providerId="LiveId" clId="{DA3847DE-965A-4241-B124-0EA691A25757}" dt="2023-11-29T00:59:14.927" v="1361" actId="33524"/>
        <pc:sldMkLst>
          <pc:docMk/>
          <pc:sldMk cId="1778445632" sldId="265"/>
        </pc:sldMkLst>
        <pc:spChg chg="mod">
          <ac:chgData name="Christian Villanueva" userId="9367907e4847b616" providerId="LiveId" clId="{DA3847DE-965A-4241-B124-0EA691A25757}" dt="2023-11-29T00:51:52.631" v="443" actId="20577"/>
          <ac:spMkLst>
            <pc:docMk/>
            <pc:sldMk cId="1778445632" sldId="265"/>
            <ac:spMk id="2" creationId="{86705015-20EE-35FE-01D6-B865C6688E52}"/>
          </ac:spMkLst>
        </pc:spChg>
        <pc:spChg chg="add mod">
          <ac:chgData name="Christian Villanueva" userId="9367907e4847b616" providerId="LiveId" clId="{DA3847DE-965A-4241-B124-0EA691A25757}" dt="2023-11-29T00:59:14.927" v="1361" actId="33524"/>
          <ac:spMkLst>
            <pc:docMk/>
            <pc:sldMk cId="1778445632" sldId="265"/>
            <ac:spMk id="3" creationId="{8AF85C3D-7A37-DBB8-CAA9-56106BA61964}"/>
          </ac:spMkLst>
        </pc:spChg>
        <pc:spChg chg="del">
          <ac:chgData name="Christian Villanueva" userId="9367907e4847b616" providerId="LiveId" clId="{DA3847DE-965A-4241-B124-0EA691A25757}" dt="2023-11-29T00:52:00.089" v="445" actId="478"/>
          <ac:spMkLst>
            <pc:docMk/>
            <pc:sldMk cId="1778445632" sldId="265"/>
            <ac:spMk id="13" creationId="{4B549D14-0D53-8466-18F0-0DBB2E3D8D00}"/>
          </ac:spMkLst>
        </pc:spChg>
        <pc:spChg chg="del">
          <ac:chgData name="Christian Villanueva" userId="9367907e4847b616" providerId="LiveId" clId="{DA3847DE-965A-4241-B124-0EA691A25757}" dt="2023-11-29T00:52:04.508" v="446" actId="478"/>
          <ac:spMkLst>
            <pc:docMk/>
            <pc:sldMk cId="1778445632" sldId="265"/>
            <ac:spMk id="15" creationId="{01904C2E-9BA4-9254-D384-8A336AF0764A}"/>
          </ac:spMkLst>
        </pc:spChg>
        <pc:spChg chg="del">
          <ac:chgData name="Christian Villanueva" userId="9367907e4847b616" providerId="LiveId" clId="{DA3847DE-965A-4241-B124-0EA691A25757}" dt="2023-11-29T00:52:07.764" v="448" actId="478"/>
          <ac:spMkLst>
            <pc:docMk/>
            <pc:sldMk cId="1778445632" sldId="265"/>
            <ac:spMk id="17" creationId="{93ACD8CE-2A87-2758-2E8E-338254DEDB55}"/>
          </ac:spMkLst>
        </pc:spChg>
        <pc:graphicFrameChg chg="del">
          <ac:chgData name="Christian Villanueva" userId="9367907e4847b616" providerId="LiveId" clId="{DA3847DE-965A-4241-B124-0EA691A25757}" dt="2023-11-29T00:51:57.406" v="444" actId="478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del">
          <ac:chgData name="Christian Villanueva" userId="9367907e4847b616" providerId="LiveId" clId="{DA3847DE-965A-4241-B124-0EA691A25757}" dt="2023-11-29T00:52:05.777" v="447" actId="478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mod">
        <pc:chgData name="Christian Villanueva" userId="9367907e4847b616" providerId="LiveId" clId="{DA3847DE-965A-4241-B124-0EA691A25757}" dt="2023-11-29T04:04:38.410" v="3765" actId="27636"/>
        <pc:sldMkLst>
          <pc:docMk/>
          <pc:sldMk cId="796599075" sldId="266"/>
        </pc:sldMkLst>
        <pc:spChg chg="mod">
          <ac:chgData name="Christian Villanueva" userId="9367907e4847b616" providerId="LiveId" clId="{DA3847DE-965A-4241-B124-0EA691A25757}" dt="2023-11-29T03:57:31.139" v="3105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DA3847DE-965A-4241-B124-0EA691A25757}" dt="2023-11-29T04:04:38.410" v="3765" actId="27636"/>
          <ac:spMkLst>
            <pc:docMk/>
            <pc:sldMk cId="796599075" sldId="266"/>
            <ac:spMk id="3" creationId="{08D62982-4107-D75F-CB7C-97EE84C54343}"/>
          </ac:spMkLst>
        </pc:spChg>
      </pc:sldChg>
      <pc:sldChg chg="del">
        <pc:chgData name="Christian Villanueva" userId="9367907e4847b616" providerId="LiveId" clId="{DA3847DE-965A-4241-B124-0EA691A25757}" dt="2023-11-29T04:06:10.498" v="3769" actId="47"/>
        <pc:sldMkLst>
          <pc:docMk/>
          <pc:sldMk cId="3386485336" sldId="267"/>
        </pc:sldMkLst>
      </pc:sldChg>
      <pc:sldChg chg="del">
        <pc:chgData name="Christian Villanueva" userId="9367907e4847b616" providerId="LiveId" clId="{DA3847DE-965A-4241-B124-0EA691A25757}" dt="2023-11-29T04:06:08.599" v="3767" actId="47"/>
        <pc:sldMkLst>
          <pc:docMk/>
          <pc:sldMk cId="2069622168" sldId="268"/>
        </pc:sldMkLst>
      </pc:sldChg>
      <pc:sldChg chg="del">
        <pc:chgData name="Christian Villanueva" userId="9367907e4847b616" providerId="LiveId" clId="{DA3847DE-965A-4241-B124-0EA691A25757}" dt="2023-11-29T04:06:09.601" v="3768" actId="47"/>
        <pc:sldMkLst>
          <pc:docMk/>
          <pc:sldMk cId="3029012709" sldId="269"/>
        </pc:sldMkLst>
      </pc:sldChg>
      <pc:sldChg chg="del">
        <pc:chgData name="Christian Villanueva" userId="9367907e4847b616" providerId="LiveId" clId="{DA3847DE-965A-4241-B124-0EA691A25757}" dt="2023-11-29T04:06:11.515" v="3770" actId="47"/>
        <pc:sldMkLst>
          <pc:docMk/>
          <pc:sldMk cId="449043533" sldId="270"/>
        </pc:sldMkLst>
      </pc:sldChg>
      <pc:sldChg chg="del">
        <pc:chgData name="Christian Villanueva" userId="9367907e4847b616" providerId="LiveId" clId="{DA3847DE-965A-4241-B124-0EA691A25757}" dt="2023-11-29T04:06:12.108" v="3771" actId="47"/>
        <pc:sldMkLst>
          <pc:docMk/>
          <pc:sldMk cId="3961512347" sldId="271"/>
        </pc:sldMkLst>
      </pc:sldChg>
      <pc:sldChg chg="del">
        <pc:chgData name="Christian Villanueva" userId="9367907e4847b616" providerId="LiveId" clId="{DA3847DE-965A-4241-B124-0EA691A25757}" dt="2023-11-29T04:06:12.663" v="3772" actId="47"/>
        <pc:sldMkLst>
          <pc:docMk/>
          <pc:sldMk cId="1178044164" sldId="272"/>
        </pc:sldMkLst>
      </pc:sldChg>
      <pc:sldChg chg="modSp add mod">
        <pc:chgData name="Christian Villanueva" userId="9367907e4847b616" providerId="LiveId" clId="{DA3847DE-965A-4241-B124-0EA691A25757}" dt="2023-11-29T04:05:24.333" v="3766" actId="20577"/>
        <pc:sldMkLst>
          <pc:docMk/>
          <pc:sldMk cId="3144789543" sldId="273"/>
        </pc:sldMkLst>
        <pc:spChg chg="mod">
          <ac:chgData name="Christian Villanueva" userId="9367907e4847b616" providerId="LiveId" clId="{DA3847DE-965A-4241-B124-0EA691A25757}" dt="2023-11-29T04:01:01.729" v="3537" actId="20577"/>
          <ac:spMkLst>
            <pc:docMk/>
            <pc:sldMk cId="3144789543" sldId="273"/>
            <ac:spMk id="2" creationId="{86705015-20EE-35FE-01D6-B865C6688E52}"/>
          </ac:spMkLst>
        </pc:spChg>
        <pc:spChg chg="mod">
          <ac:chgData name="Christian Villanueva" userId="9367907e4847b616" providerId="LiveId" clId="{DA3847DE-965A-4241-B124-0EA691A25757}" dt="2023-11-29T04:05:24.333" v="3766" actId="20577"/>
          <ac:spMkLst>
            <pc:docMk/>
            <pc:sldMk cId="3144789543" sldId="273"/>
            <ac:spMk id="3" creationId="{08D62982-4107-D75F-CB7C-97EE84C54343}"/>
          </ac:spMkLst>
        </pc:spChg>
      </pc:sldChg>
      <pc:sldChg chg="addSp delSp modSp add mod">
        <pc:chgData name="Christian Villanueva" userId="9367907e4847b616" providerId="LiveId" clId="{DA3847DE-965A-4241-B124-0EA691A25757}" dt="2023-11-29T04:22:49.571" v="3811" actId="1076"/>
        <pc:sldMkLst>
          <pc:docMk/>
          <pc:sldMk cId="2677616816" sldId="274"/>
        </pc:sldMkLst>
        <pc:spChg chg="mod">
          <ac:chgData name="Christian Villanueva" userId="9367907e4847b616" providerId="LiveId" clId="{DA3847DE-965A-4241-B124-0EA691A25757}" dt="2023-11-29T04:10:58.777" v="3786" actId="20577"/>
          <ac:spMkLst>
            <pc:docMk/>
            <pc:sldMk cId="2677616816" sldId="274"/>
            <ac:spMk id="2" creationId="{86705015-20EE-35FE-01D6-B865C6688E52}"/>
          </ac:spMkLst>
        </pc:spChg>
        <pc:spChg chg="del">
          <ac:chgData name="Christian Villanueva" userId="9367907e4847b616" providerId="LiveId" clId="{DA3847DE-965A-4241-B124-0EA691A25757}" dt="2023-11-29T04:22:08.577" v="3787" actId="478"/>
          <ac:spMkLst>
            <pc:docMk/>
            <pc:sldMk cId="2677616816" sldId="274"/>
            <ac:spMk id="3" creationId="{08D62982-4107-D75F-CB7C-97EE84C54343}"/>
          </ac:spMkLst>
        </pc:spChg>
        <pc:spChg chg="add del mod">
          <ac:chgData name="Christian Villanueva" userId="9367907e4847b616" providerId="LiveId" clId="{DA3847DE-965A-4241-B124-0EA691A25757}" dt="2023-11-29T04:22:15.274" v="3790" actId="478"/>
          <ac:spMkLst>
            <pc:docMk/>
            <pc:sldMk cId="2677616816" sldId="274"/>
            <ac:spMk id="5" creationId="{A7DE4DD5-890D-F41B-2313-D996A4ACA869}"/>
          </ac:spMkLst>
        </pc:spChg>
        <pc:spChg chg="add mod">
          <ac:chgData name="Christian Villanueva" userId="9367907e4847b616" providerId="LiveId" clId="{DA3847DE-965A-4241-B124-0EA691A25757}" dt="2023-11-29T04:22:49.571" v="3811" actId="1076"/>
          <ac:spMkLst>
            <pc:docMk/>
            <pc:sldMk cId="2677616816" sldId="274"/>
            <ac:spMk id="6" creationId="{AA8D77A9-7FCC-C5AF-FC2C-0E5A29CF365D}"/>
          </ac:spMkLst>
        </pc:spChg>
        <pc:picChg chg="add mod">
          <ac:chgData name="Christian Villanueva" userId="9367907e4847b616" providerId="LiveId" clId="{DA3847DE-965A-4241-B124-0EA691A25757}" dt="2023-11-29T04:22:17.239" v="3791" actId="1076"/>
          <ac:picMkLst>
            <pc:docMk/>
            <pc:sldMk cId="2677616816" sldId="274"/>
            <ac:picMk id="2050" creationId="{F88FBF0B-584B-2E0E-E826-5D0E5794854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Introducción a Machine </a:t>
            </a:r>
            <a:r>
              <a:rPr lang="es-SV" dirty="0" err="1">
                <a:solidFill>
                  <a:srgbClr val="FFFFFF"/>
                </a:solidFill>
              </a:rPr>
              <a:t>Learning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07501"/>
            <a:ext cx="9724031" cy="1508333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b="1" dirty="0"/>
              <a:t>Machine </a:t>
            </a:r>
            <a:r>
              <a:rPr lang="es-SV" sz="2000" b="1" dirty="0" err="1"/>
              <a:t>Learning</a:t>
            </a:r>
            <a:r>
              <a:rPr lang="es-SV" sz="2000" b="1" i="1" dirty="0"/>
              <a:t> </a:t>
            </a:r>
            <a:r>
              <a:rPr lang="es-SV" sz="2000" dirty="0"/>
              <a:t>es un subconjunto de la Inteligencia Artificial (conocido por sus siglas en inglés AI), la cual está enfocada en el </a:t>
            </a:r>
            <a:r>
              <a:rPr lang="es-SV" sz="2000" dirty="0">
                <a:highlight>
                  <a:srgbClr val="FFFF00"/>
                </a:highlight>
              </a:rPr>
              <a:t>uso de data</a:t>
            </a:r>
            <a:r>
              <a:rPr lang="es-SV" sz="2000" dirty="0"/>
              <a:t> y </a:t>
            </a:r>
            <a:r>
              <a:rPr lang="es-SV" sz="2000" dirty="0">
                <a:highlight>
                  <a:srgbClr val="FFFF00"/>
                </a:highlight>
              </a:rPr>
              <a:t>algoritmos</a:t>
            </a:r>
            <a:r>
              <a:rPr lang="es-SV" sz="2000" dirty="0"/>
              <a:t> que tienen como propósito </a:t>
            </a:r>
            <a:r>
              <a:rPr lang="es-SV" sz="2000" dirty="0">
                <a:highlight>
                  <a:srgbClr val="FFFF00"/>
                </a:highlight>
              </a:rPr>
              <a:t>imitar</a:t>
            </a:r>
            <a:r>
              <a:rPr lang="es-SV" sz="2000" dirty="0"/>
              <a:t> la forma en la que los humanos </a:t>
            </a:r>
            <a:r>
              <a:rPr lang="es-SV" sz="2000" dirty="0">
                <a:highlight>
                  <a:srgbClr val="FFFF00"/>
                </a:highlight>
              </a:rPr>
              <a:t>aprenden</a:t>
            </a:r>
            <a:r>
              <a:rPr lang="es-SV" sz="2000" dirty="0"/>
              <a:t>, incrementando gradualmente su </a:t>
            </a:r>
            <a:r>
              <a:rPr lang="es-SV" sz="2000" dirty="0">
                <a:highlight>
                  <a:srgbClr val="FFFF00"/>
                </a:highlight>
              </a:rPr>
              <a:t>precisión </a:t>
            </a:r>
            <a:r>
              <a:rPr lang="es-SV" sz="2000" dirty="0"/>
              <a:t>(IBM, 2023). </a:t>
            </a:r>
            <a:endParaRPr lang="es-SV" sz="2000" b="1" i="1" dirty="0"/>
          </a:p>
          <a:p>
            <a:pPr marL="0" indent="0" algn="just">
              <a:buNone/>
            </a:pPr>
            <a:endParaRPr lang="es-ES" sz="2000" b="1" i="1" dirty="0"/>
          </a:p>
        </p:txBody>
      </p:sp>
      <p:pic>
        <p:nvPicPr>
          <p:cNvPr id="1026" name="Picture 2" descr="AI vs Machine Learning vs Deep Learning: Understanding the Differences">
            <a:extLst>
              <a:ext uri="{FF2B5EF4-FFF2-40B4-BE49-F238E27FC236}">
                <a16:creationId xmlns:a16="http://schemas.microsoft.com/office/drawing/2014/main" id="{C5A4EE8F-3212-CEA5-FED9-E809C30E0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245122"/>
            <a:ext cx="7181850" cy="301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90B56F-0869-68C2-0B09-2AFEFD5456AE}"/>
              </a:ext>
            </a:extLst>
          </p:cNvPr>
          <p:cNvSpPr txBox="1"/>
          <p:nvPr/>
        </p:nvSpPr>
        <p:spPr>
          <a:xfrm>
            <a:off x="2486025" y="6293967"/>
            <a:ext cx="7115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1100" b="1" dirty="0"/>
              <a:t>Tomado de</a:t>
            </a:r>
            <a:r>
              <a:rPr lang="es-SV" sz="1100" dirty="0"/>
              <a:t>: https://www.edureka.co/blog/ai-vs-machine-learning-vs-deep-learning/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Fundamento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85C3D-7A37-DBB8-CAA9-56106BA61964}"/>
              </a:ext>
            </a:extLst>
          </p:cNvPr>
          <p:cNvSpPr txBox="1"/>
          <p:nvPr/>
        </p:nvSpPr>
        <p:spPr>
          <a:xfrm>
            <a:off x="1007706" y="2080727"/>
            <a:ext cx="106089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Desde esta perspectiva, entonces ¿cuál es la complejidad de los modelos de ML? Todo </a:t>
            </a:r>
            <a:r>
              <a:rPr lang="es-SV" b="1" dirty="0"/>
              <a:t>reside en saber traducir</a:t>
            </a:r>
            <a:r>
              <a:rPr lang="es-SV" dirty="0"/>
              <a:t> y decirle a la computadora cómo hacer las cosas.</a:t>
            </a:r>
          </a:p>
          <a:p>
            <a:endParaRPr lang="es-SV" dirty="0"/>
          </a:p>
          <a:p>
            <a:r>
              <a:rPr lang="es-SV" dirty="0"/>
              <a:t>Por ejemplo, los seres humanos sabemos hacer:</a:t>
            </a:r>
          </a:p>
          <a:p>
            <a:endParaRPr lang="es-SV" dirty="0"/>
          </a:p>
          <a:p>
            <a:pPr marL="342900" indent="-342900">
              <a:buAutoNum type="arabicPeriod"/>
            </a:pPr>
            <a:r>
              <a:rPr lang="es-SV" dirty="0"/>
              <a:t>Si hay dos puntos y los unimos con una línea, podemos saber hacia dónde se dirigiría el tercer punto.</a:t>
            </a:r>
          </a:p>
          <a:p>
            <a:pPr marL="342900" indent="-342900">
              <a:buAutoNum type="arabicPeriod"/>
            </a:pPr>
            <a:r>
              <a:rPr lang="es-SV" dirty="0"/>
              <a:t>Si nos dan un grupo de cartas de color rojo, negro y blanco, sabemos cómo clasificarlas en esos colores.</a:t>
            </a:r>
          </a:p>
          <a:p>
            <a:pPr marL="342900" indent="-342900">
              <a:buAutoNum type="arabicPeriod"/>
            </a:pPr>
            <a:r>
              <a:rPr lang="es-SV" dirty="0"/>
              <a:t>Si nos dan un grupo de fotos donde </a:t>
            </a:r>
            <a:r>
              <a:rPr lang="es-ES" dirty="0"/>
              <a:t>alguno de nuestros familiares está</a:t>
            </a:r>
            <a:r>
              <a:rPr lang="es-SV" dirty="0"/>
              <a:t>, podemos clasificar las fotos que los contienen y desechar las que no lo contienen.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44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Categorías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62982-4107-D75F-CB7C-97EE84C54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s-SV" sz="2000" b="1" i="1" dirty="0"/>
              <a:t>Existen tres categorías de modelos de ML:</a:t>
            </a:r>
          </a:p>
          <a:p>
            <a:pPr algn="just"/>
            <a:r>
              <a:rPr lang="es-SV" sz="2000" b="1" i="1" dirty="0"/>
              <a:t>Supervisados: </a:t>
            </a:r>
            <a:r>
              <a:rPr lang="es-SV" sz="2000" i="1" dirty="0"/>
              <a:t>en estos, los modelos contienen “etiquetas” y ellos son entrenados para que estos puedan crecer más precisos en el tiempo. Por ejemplo:</a:t>
            </a:r>
          </a:p>
          <a:p>
            <a:pPr lvl="1" algn="just"/>
            <a:r>
              <a:rPr lang="es-SV" sz="1600" b="0" i="1" dirty="0"/>
              <a:t>P</a:t>
            </a:r>
            <a:r>
              <a:rPr lang="es-SV" sz="1600" i="1" dirty="0"/>
              <a:t>redecir las ventas del próximo año para una panadería.</a:t>
            </a:r>
          </a:p>
          <a:p>
            <a:pPr lvl="1" algn="just"/>
            <a:r>
              <a:rPr lang="es-SV" sz="1600" b="0" i="1" dirty="0"/>
              <a:t>Entrenar un modelo</a:t>
            </a:r>
            <a:r>
              <a:rPr lang="es-SV" sz="1600" i="1" dirty="0"/>
              <a:t> donde le digamos cuáles son fotos de perros, y nos ayude a clasificar futuras fotos de perros.</a:t>
            </a:r>
          </a:p>
          <a:p>
            <a:pPr algn="just"/>
            <a:r>
              <a:rPr lang="es-SV" sz="2000" b="1" i="1" dirty="0"/>
              <a:t>No Supervisados: </a:t>
            </a:r>
            <a:r>
              <a:rPr lang="es-SV" sz="2000" i="1" dirty="0"/>
              <a:t>estos son aquellos que no contienen “etiquetas” colocadas y que queremos buscar patrones en la data. </a:t>
            </a:r>
          </a:p>
          <a:p>
            <a:pPr lvl="1" algn="just"/>
            <a:r>
              <a:rPr lang="es-SV" sz="1600" i="1" dirty="0"/>
              <a:t>Existen “n” características de clientes y queremos determinar si existen agrupaciones que desconocemos.</a:t>
            </a:r>
          </a:p>
          <a:p>
            <a:pPr algn="just"/>
            <a:r>
              <a:rPr lang="es-SV" sz="2000" b="1" i="1" dirty="0"/>
              <a:t>Refuerzo: </a:t>
            </a:r>
            <a:r>
              <a:rPr lang="es-SV" sz="2000" i="1" dirty="0"/>
              <a:t>los modelos ML entrenan a sus otros modelos mediante prueba y error para que se tome la mejor decisión basada en un sistema de recompensas. El mejor ejemplo de estos son modelos que se entrenan para aprender a jugar un juego o carros autónomos, diciéndole a la máquina cuándo tomó la mejor decisión.</a:t>
            </a:r>
            <a:endParaRPr lang="es-ES" sz="2000" b="1" i="1" dirty="0"/>
          </a:p>
        </p:txBody>
      </p:sp>
    </p:spTree>
    <p:extLst>
      <p:ext uri="{BB962C8B-B14F-4D97-AF65-F5344CB8AC3E}">
        <p14:creationId xmlns:p14="http://schemas.microsoft.com/office/powerpoint/2010/main" val="3499865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Supervisados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62982-4107-D75F-CB7C-97EE84C54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s-ES" sz="2000" i="1" dirty="0"/>
              <a:t>Ejemplos de ML supervisados son:</a:t>
            </a:r>
          </a:p>
          <a:p>
            <a:pPr algn="just"/>
            <a:r>
              <a:rPr lang="es-ES" sz="2000" b="1" i="1" dirty="0" err="1"/>
              <a:t>Regresi</a:t>
            </a:r>
            <a:r>
              <a:rPr lang="es-SV" sz="2000" b="1" i="1" dirty="0" err="1"/>
              <a:t>ón</a:t>
            </a:r>
            <a:r>
              <a:rPr lang="es-SV" sz="2000" b="1" i="1" dirty="0"/>
              <a:t> lineal (y todas sus variaciones)</a:t>
            </a:r>
          </a:p>
          <a:p>
            <a:pPr algn="just"/>
            <a:r>
              <a:rPr lang="es-SV" sz="2000" b="1" i="1" dirty="0"/>
              <a:t>Regresión Logística (y todas sus variaciones)</a:t>
            </a:r>
          </a:p>
          <a:p>
            <a:pPr algn="just"/>
            <a:r>
              <a:rPr lang="es-SV" sz="2000" b="1" i="1" dirty="0"/>
              <a:t>Árboles de decisión</a:t>
            </a:r>
          </a:p>
          <a:p>
            <a:pPr algn="just"/>
            <a:r>
              <a:rPr lang="es-SV" sz="2000" b="1" i="1" dirty="0" err="1"/>
              <a:t>Random</a:t>
            </a:r>
            <a:r>
              <a:rPr lang="es-SV" sz="2000" b="1" i="1" dirty="0"/>
              <a:t> Forest</a:t>
            </a:r>
          </a:p>
          <a:p>
            <a:pPr algn="just"/>
            <a:r>
              <a:rPr lang="es-SV" sz="2000" b="1" i="1" dirty="0"/>
              <a:t>K-</a:t>
            </a:r>
            <a:r>
              <a:rPr lang="es-SV" sz="2000" b="1" i="1" dirty="0" err="1"/>
              <a:t>Nearest</a:t>
            </a:r>
            <a:r>
              <a:rPr lang="es-SV" sz="2000" b="1" i="1" dirty="0"/>
              <a:t> </a:t>
            </a:r>
            <a:r>
              <a:rPr lang="es-SV" sz="2000" b="1" i="1" dirty="0" err="1"/>
              <a:t>Neighbords</a:t>
            </a:r>
            <a:r>
              <a:rPr lang="es-SV" sz="2000" b="1" i="1" dirty="0"/>
              <a:t> (KNN)</a:t>
            </a:r>
          </a:p>
          <a:p>
            <a:pPr algn="just"/>
            <a:r>
              <a:rPr lang="es-SV" sz="2000" b="1" i="1" dirty="0" err="1"/>
              <a:t>Support</a:t>
            </a:r>
            <a:r>
              <a:rPr lang="es-SV" sz="2000" b="1" i="1" dirty="0"/>
              <a:t> Vector Machine (SVM)</a:t>
            </a:r>
          </a:p>
          <a:p>
            <a:pPr algn="just"/>
            <a:r>
              <a:rPr lang="es-SV" sz="2000" b="1" i="1" dirty="0" err="1"/>
              <a:t>Naive</a:t>
            </a:r>
            <a:r>
              <a:rPr lang="es-SV" sz="2000" b="1" i="1" dirty="0"/>
              <a:t> Bayes</a:t>
            </a:r>
          </a:p>
          <a:p>
            <a:pPr algn="just"/>
            <a:r>
              <a:rPr lang="es-ES" sz="2000" b="1" i="1" dirty="0" err="1"/>
              <a:t>Quadratic</a:t>
            </a:r>
            <a:r>
              <a:rPr lang="es-ES" sz="2000" b="1" i="1" dirty="0"/>
              <a:t> </a:t>
            </a:r>
            <a:r>
              <a:rPr lang="es-ES" sz="2000" b="1" i="1" dirty="0" err="1"/>
              <a:t>Discriminant</a:t>
            </a:r>
            <a:r>
              <a:rPr lang="es-ES" sz="2000" b="1" i="1" dirty="0"/>
              <a:t> </a:t>
            </a:r>
            <a:r>
              <a:rPr lang="es-ES" sz="2000" b="1" i="1" dirty="0" err="1"/>
              <a:t>Analysis</a:t>
            </a:r>
            <a:endParaRPr lang="es-ES" sz="2000" b="1" i="1" dirty="0"/>
          </a:p>
          <a:p>
            <a:pPr algn="just"/>
            <a:r>
              <a:rPr lang="es-SV" sz="2000" b="1" i="1" dirty="0"/>
              <a:t>Otros</a:t>
            </a:r>
          </a:p>
        </p:txBody>
      </p:sp>
    </p:spTree>
    <p:extLst>
      <p:ext uri="{BB962C8B-B14F-4D97-AF65-F5344CB8AC3E}">
        <p14:creationId xmlns:p14="http://schemas.microsoft.com/office/powerpoint/2010/main" val="796599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No supervisados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62982-4107-D75F-CB7C-97EE84C54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ES" sz="2000" i="1" dirty="0"/>
              <a:t>Ejemplos de ML no supervisados son:</a:t>
            </a:r>
          </a:p>
          <a:p>
            <a:pPr algn="just"/>
            <a:r>
              <a:rPr lang="es-SV" sz="2000" b="1" i="1" dirty="0" err="1"/>
              <a:t>Cluster</a:t>
            </a:r>
            <a:r>
              <a:rPr lang="es-SV" sz="2000" b="1" i="1" dirty="0"/>
              <a:t> </a:t>
            </a:r>
            <a:r>
              <a:rPr lang="es-SV" sz="2000" b="1" i="1" dirty="0" err="1"/>
              <a:t>Analysis</a:t>
            </a:r>
            <a:r>
              <a:rPr lang="es-SV" sz="2000" b="1" i="1" dirty="0"/>
              <a:t> (y todas sus variaciones)</a:t>
            </a:r>
          </a:p>
          <a:p>
            <a:pPr algn="just"/>
            <a:r>
              <a:rPr lang="es-SV" sz="2000" b="1" i="1" dirty="0"/>
              <a:t>Principal </a:t>
            </a:r>
            <a:r>
              <a:rPr lang="es-SV" sz="2000" b="1" i="1" dirty="0" err="1"/>
              <a:t>Components</a:t>
            </a:r>
            <a:r>
              <a:rPr lang="es-SV" sz="2000" b="1" i="1" dirty="0"/>
              <a:t> (PCA)</a:t>
            </a:r>
          </a:p>
          <a:p>
            <a:pPr algn="just"/>
            <a:r>
              <a:rPr lang="es-SV" sz="2000" b="1" i="1" dirty="0"/>
              <a:t>Factor </a:t>
            </a:r>
            <a:r>
              <a:rPr lang="es-SV" sz="2000" b="1" i="1" dirty="0" err="1"/>
              <a:t>Analysis</a:t>
            </a:r>
            <a:endParaRPr lang="es-SV" sz="2000" b="1" i="1" dirty="0"/>
          </a:p>
          <a:p>
            <a:pPr algn="just"/>
            <a:r>
              <a:rPr lang="es-SV" sz="2000" b="1" i="1" dirty="0"/>
              <a:t>Single </a:t>
            </a:r>
            <a:r>
              <a:rPr lang="es-SV" sz="2000" b="1" i="1" dirty="0" err="1"/>
              <a:t>Value</a:t>
            </a:r>
            <a:r>
              <a:rPr lang="es-SV" sz="2000" b="1" i="1" dirty="0"/>
              <a:t> </a:t>
            </a:r>
            <a:r>
              <a:rPr lang="es-SV" sz="2000" b="1" i="1" dirty="0" err="1"/>
              <a:t>Decomposition</a:t>
            </a:r>
            <a:r>
              <a:rPr lang="es-SV" sz="2000" b="1" i="1" dirty="0"/>
              <a:t> (SVD)</a:t>
            </a:r>
          </a:p>
          <a:p>
            <a:pPr algn="just"/>
            <a:endParaRPr lang="es-SV" sz="2000" b="1" i="1" dirty="0"/>
          </a:p>
        </p:txBody>
      </p:sp>
    </p:spTree>
    <p:extLst>
      <p:ext uri="{BB962C8B-B14F-4D97-AF65-F5344CB8AC3E}">
        <p14:creationId xmlns:p14="http://schemas.microsoft.com/office/powerpoint/2010/main" val="3144789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Procedimiento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2050" name="Picture 2" descr="Life cycle of Machine Learning - Javatpoint">
            <a:extLst>
              <a:ext uri="{FF2B5EF4-FFF2-40B4-BE49-F238E27FC236}">
                <a16:creationId xmlns:a16="http://schemas.microsoft.com/office/drawing/2014/main" id="{F88FBF0B-584B-2E0E-E826-5D0E57948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340" y="2180554"/>
            <a:ext cx="46958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8D77A9-7FCC-C5AF-FC2C-0E5A29CF365D}"/>
              </a:ext>
            </a:extLst>
          </p:cNvPr>
          <p:cNvSpPr txBox="1"/>
          <p:nvPr/>
        </p:nvSpPr>
        <p:spPr>
          <a:xfrm>
            <a:off x="3339776" y="6286463"/>
            <a:ext cx="4943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1200" dirty="0"/>
              <a:t>Tomado de: https://www.javatpoint.com/machine-learning-life-cycle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77616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4333</TotalTime>
  <Words>440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Introducción a Machine Learning</vt:lpstr>
      <vt:lpstr>Introducción</vt:lpstr>
      <vt:lpstr>Fundamento</vt:lpstr>
      <vt:lpstr>Categorías</vt:lpstr>
      <vt:lpstr>Supervisados</vt:lpstr>
      <vt:lpstr>No supervisados</vt:lpstr>
      <vt:lpstr>Procedimiento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1</cp:revision>
  <dcterms:created xsi:type="dcterms:W3CDTF">2023-06-19T22:41:02Z</dcterms:created>
  <dcterms:modified xsi:type="dcterms:W3CDTF">2023-11-29T04:22:52Z</dcterms:modified>
</cp:coreProperties>
</file>