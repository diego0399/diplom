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73" r:id="rId4"/>
    <p:sldId id="274" r:id="rId5"/>
    <p:sldId id="282" r:id="rId6"/>
    <p:sldId id="276" r:id="rId7"/>
    <p:sldId id="283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B0457-6456-45AD-B73D-F64B2B40C01C}" v="1" dt="2024-10-05T13:29:41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74B429C4-7A5C-4F9C-B6EA-D541A4F83635}"/>
    <pc:docChg chg="custSel addSld delSld modSld">
      <pc:chgData name="Christian Villanueva" userId="9367907e4847b616" providerId="LiveId" clId="{74B429C4-7A5C-4F9C-B6EA-D541A4F83635}" dt="2023-12-07T00:57:39.866" v="3792" actId="14100"/>
      <pc:docMkLst>
        <pc:docMk/>
      </pc:docMkLst>
      <pc:sldChg chg="modSp mod">
        <pc:chgData name="Christian Villanueva" userId="9367907e4847b616" providerId="LiveId" clId="{74B429C4-7A5C-4F9C-B6EA-D541A4F83635}" dt="2023-12-06T00:57:01.286" v="82" actId="20577"/>
        <pc:sldMkLst>
          <pc:docMk/>
          <pc:sldMk cId="2517860399" sldId="256"/>
        </pc:sldMkLst>
        <pc:spChg chg="mod">
          <ac:chgData name="Christian Villanueva" userId="9367907e4847b616" providerId="LiveId" clId="{74B429C4-7A5C-4F9C-B6EA-D541A4F83635}" dt="2023-12-06T00:57:01.286" v="8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74B429C4-7A5C-4F9C-B6EA-D541A4F83635}" dt="2023-12-06T01:00:27.310" v="479" actId="20577"/>
        <pc:sldMkLst>
          <pc:docMk/>
          <pc:sldMk cId="1457034104" sldId="257"/>
        </pc:sldMkLst>
        <pc:spChg chg="mod">
          <ac:chgData name="Christian Villanueva" userId="9367907e4847b616" providerId="LiveId" clId="{74B429C4-7A5C-4F9C-B6EA-D541A4F83635}" dt="2023-12-06T00:57:36.160" v="9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01:00:27.310" v="479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74B429C4-7A5C-4F9C-B6EA-D541A4F83635}" dt="2023-12-06T23:41:31.199" v="1049" actId="47"/>
        <pc:sldMkLst>
          <pc:docMk/>
          <pc:sldMk cId="2069622168" sldId="268"/>
        </pc:sldMkLst>
      </pc:sldChg>
      <pc:sldChg chg="addSp delSp modSp mod">
        <pc:chgData name="Christian Villanueva" userId="9367907e4847b616" providerId="LiveId" clId="{74B429C4-7A5C-4F9C-B6EA-D541A4F83635}" dt="2023-12-07T00:34:03.227" v="3786" actId="11529"/>
        <pc:sldMkLst>
          <pc:docMk/>
          <pc:sldMk cId="3805736252" sldId="273"/>
        </pc:sldMkLst>
        <pc:spChg chg="mod">
          <ac:chgData name="Christian Villanueva" userId="9367907e4847b616" providerId="LiveId" clId="{74B429C4-7A5C-4F9C-B6EA-D541A4F83635}" dt="2023-12-06T23:37:54.943" v="502" actId="20577"/>
          <ac:spMkLst>
            <pc:docMk/>
            <pc:sldMk cId="3805736252" sldId="273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6T23:37:57.733" v="503" actId="478"/>
          <ac:spMkLst>
            <pc:docMk/>
            <pc:sldMk cId="3805736252" sldId="273"/>
            <ac:spMk id="3" creationId="{01D8EAC6-B22C-71F3-4A0A-C98523B1A82F}"/>
          </ac:spMkLst>
        </pc:spChg>
        <pc:spChg chg="add del mod">
          <ac:chgData name="Christian Villanueva" userId="9367907e4847b616" providerId="LiveId" clId="{74B429C4-7A5C-4F9C-B6EA-D541A4F83635}" dt="2023-12-06T23:38:00.575" v="505" actId="478"/>
          <ac:spMkLst>
            <pc:docMk/>
            <pc:sldMk cId="3805736252" sldId="273"/>
            <ac:spMk id="5" creationId="{91CD1090-2C76-C853-8105-ADA69A8C124A}"/>
          </ac:spMkLst>
        </pc:spChg>
        <pc:spChg chg="add">
          <ac:chgData name="Christian Villanueva" userId="9367907e4847b616" providerId="LiveId" clId="{74B429C4-7A5C-4F9C-B6EA-D541A4F83635}" dt="2023-12-07T00:34:03.227" v="3786" actId="11529"/>
          <ac:spMkLst>
            <pc:docMk/>
            <pc:sldMk cId="3805736252" sldId="273"/>
            <ac:spMk id="15" creationId="{A73C5E39-68D4-3B98-14AD-FC8753FA8D4E}"/>
          </ac:spMkLst>
        </pc:spChg>
        <pc:picChg chg="add mod">
          <ac:chgData name="Christian Villanueva" userId="9367907e4847b616" providerId="LiveId" clId="{74B429C4-7A5C-4F9C-B6EA-D541A4F83635}" dt="2023-12-06T23:38:05.466" v="508" actId="1076"/>
          <ac:picMkLst>
            <pc:docMk/>
            <pc:sldMk cId="3805736252" sldId="273"/>
            <ac:picMk id="7" creationId="{264CFE14-9F87-9E68-FEB0-84846AF9CD75}"/>
          </ac:picMkLst>
        </pc:picChg>
        <pc:picChg chg="add mod">
          <ac:chgData name="Christian Villanueva" userId="9367907e4847b616" providerId="LiveId" clId="{74B429C4-7A5C-4F9C-B6EA-D541A4F83635}" dt="2023-12-06T23:38:15.151" v="510" actId="1076"/>
          <ac:picMkLst>
            <pc:docMk/>
            <pc:sldMk cId="3805736252" sldId="273"/>
            <ac:picMk id="9" creationId="{088445C0-D29A-6F54-487D-73829AB67590}"/>
          </ac:picMkLst>
        </pc:picChg>
        <pc:cxnChg chg="add mod">
          <ac:chgData name="Christian Villanueva" userId="9367907e4847b616" providerId="LiveId" clId="{74B429C4-7A5C-4F9C-B6EA-D541A4F83635}" dt="2023-12-07T00:33:27.284" v="3782" actId="13822"/>
          <ac:cxnSpMkLst>
            <pc:docMk/>
            <pc:sldMk cId="3805736252" sldId="273"/>
            <ac:cxnSpMk id="4" creationId="{FB1823CD-9973-FD99-BBF5-A913C6092F21}"/>
          </ac:cxnSpMkLst>
        </pc:cxnChg>
        <pc:cxnChg chg="add mod">
          <ac:chgData name="Christian Villanueva" userId="9367907e4847b616" providerId="LiveId" clId="{74B429C4-7A5C-4F9C-B6EA-D541A4F83635}" dt="2023-12-07T00:33:36.788" v="3784" actId="13822"/>
          <ac:cxnSpMkLst>
            <pc:docMk/>
            <pc:sldMk cId="3805736252" sldId="273"/>
            <ac:cxnSpMk id="6" creationId="{BFED4B44-0586-E6A2-EAEC-4F126C65D982}"/>
          </ac:cxnSpMkLst>
        </pc:cxnChg>
        <pc:cxnChg chg="add">
          <ac:chgData name="Christian Villanueva" userId="9367907e4847b616" providerId="LiveId" clId="{74B429C4-7A5C-4F9C-B6EA-D541A4F83635}" dt="2023-12-07T00:33:48.350" v="3785" actId="11529"/>
          <ac:cxnSpMkLst>
            <pc:docMk/>
            <pc:sldMk cId="3805736252" sldId="273"/>
            <ac:cxnSpMk id="13" creationId="{8810E0BE-1469-FE2C-62D0-6CD1FD86FCE0}"/>
          </ac:cxnSpMkLst>
        </pc:cxnChg>
      </pc:sldChg>
      <pc:sldChg chg="modSp mod">
        <pc:chgData name="Christian Villanueva" userId="9367907e4847b616" providerId="LiveId" clId="{74B429C4-7A5C-4F9C-B6EA-D541A4F83635}" dt="2023-12-06T23:41:12.457" v="1047" actId="20577"/>
        <pc:sldMkLst>
          <pc:docMk/>
          <pc:sldMk cId="1730968163" sldId="274"/>
        </pc:sldMkLst>
        <pc:spChg chg="mod">
          <ac:chgData name="Christian Villanueva" userId="9367907e4847b616" providerId="LiveId" clId="{74B429C4-7A5C-4F9C-B6EA-D541A4F83635}" dt="2023-12-06T23:39:14.680" v="543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41:12.457" v="1047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74B429C4-7A5C-4F9C-B6EA-D541A4F83635}" dt="2023-12-06T23:53:36.390" v="2060" actId="113"/>
        <pc:sldMkLst>
          <pc:docMk/>
          <pc:sldMk cId="900127888" sldId="276"/>
        </pc:sldMkLst>
        <pc:spChg chg="mod">
          <ac:chgData name="Christian Villanueva" userId="9367907e4847b616" providerId="LiveId" clId="{74B429C4-7A5C-4F9C-B6EA-D541A4F83635}" dt="2023-12-06T23:51:56.772" v="1636" actId="20577"/>
          <ac:spMkLst>
            <pc:docMk/>
            <pc:sldMk cId="900127888" sldId="276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3:36.390" v="2060" actId="113"/>
          <ac:spMkLst>
            <pc:docMk/>
            <pc:sldMk cId="900127888" sldId="276"/>
            <ac:spMk id="9" creationId="{30D555CC-90BC-BE52-9BE3-30C735F83DFB}"/>
          </ac:spMkLst>
        </pc:spChg>
      </pc:sldChg>
      <pc:sldChg chg="addSp modSp mod">
        <pc:chgData name="Christian Villanueva" userId="9367907e4847b616" providerId="LiveId" clId="{74B429C4-7A5C-4F9C-B6EA-D541A4F83635}" dt="2023-12-07T00:57:39.866" v="3792" actId="14100"/>
        <pc:sldMkLst>
          <pc:docMk/>
          <pc:sldMk cId="2966078865" sldId="277"/>
        </pc:sldMkLst>
        <pc:spChg chg="mod">
          <ac:chgData name="Christian Villanueva" userId="9367907e4847b616" providerId="LiveId" clId="{74B429C4-7A5C-4F9C-B6EA-D541A4F83635}" dt="2023-12-07T00:00:37.441" v="2474" actId="20577"/>
          <ac:spMkLst>
            <pc:docMk/>
            <pc:sldMk cId="2966078865" sldId="277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05:49.985" v="2693" actId="113"/>
          <ac:spMkLst>
            <pc:docMk/>
            <pc:sldMk cId="2966078865" sldId="277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02:59.676" v="2593" actId="20577"/>
          <ac:spMkLst>
            <pc:docMk/>
            <pc:sldMk cId="2966078865" sldId="277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4:09.342" v="2598" actId="1076"/>
          <ac:picMkLst>
            <pc:docMk/>
            <pc:sldMk cId="2966078865" sldId="277"/>
            <ac:picMk id="2050" creationId="{F82D1A36-B4C2-E7E2-97BD-A2E3726CDA9A}"/>
          </ac:picMkLst>
        </pc:picChg>
        <pc:cxnChg chg="add mod">
          <ac:chgData name="Christian Villanueva" userId="9367907e4847b616" providerId="LiveId" clId="{74B429C4-7A5C-4F9C-B6EA-D541A4F83635}" dt="2023-12-07T00:57:39.866" v="3792" actId="14100"/>
          <ac:cxnSpMkLst>
            <pc:docMk/>
            <pc:sldMk cId="2966078865" sldId="277"/>
            <ac:cxnSpMk id="5" creationId="{0AB89FC0-4686-F5BF-F289-6B523E93647D}"/>
          </ac:cxnSpMkLst>
        </pc:cxnChg>
      </pc:sldChg>
      <pc:sldChg chg="del">
        <pc:chgData name="Christian Villanueva" userId="9367907e4847b616" providerId="LiveId" clId="{74B429C4-7A5C-4F9C-B6EA-D541A4F83635}" dt="2023-12-07T00:06:21.352" v="2695" actId="47"/>
        <pc:sldMkLst>
          <pc:docMk/>
          <pc:sldMk cId="622744091" sldId="278"/>
        </pc:sldMkLst>
      </pc:sldChg>
      <pc:sldChg chg="del">
        <pc:chgData name="Christian Villanueva" userId="9367907e4847b616" providerId="LiveId" clId="{74B429C4-7A5C-4F9C-B6EA-D541A4F83635}" dt="2023-12-07T00:06:25.593" v="2696" actId="47"/>
        <pc:sldMkLst>
          <pc:docMk/>
          <pc:sldMk cId="4170348440" sldId="279"/>
        </pc:sldMkLst>
      </pc:sldChg>
      <pc:sldChg chg="del">
        <pc:chgData name="Christian Villanueva" userId="9367907e4847b616" providerId="LiveId" clId="{74B429C4-7A5C-4F9C-B6EA-D541A4F83635}" dt="2023-12-07T00:06:26.660" v="2697" actId="47"/>
        <pc:sldMkLst>
          <pc:docMk/>
          <pc:sldMk cId="3524410507" sldId="280"/>
        </pc:sldMkLst>
      </pc:sldChg>
      <pc:sldChg chg="del">
        <pc:chgData name="Christian Villanueva" userId="9367907e4847b616" providerId="LiveId" clId="{74B429C4-7A5C-4F9C-B6EA-D541A4F83635}" dt="2023-12-07T00:06:27.448" v="2698" actId="47"/>
        <pc:sldMkLst>
          <pc:docMk/>
          <pc:sldMk cId="898953537" sldId="281"/>
        </pc:sldMkLst>
      </pc:sldChg>
      <pc:sldChg chg="addSp modSp add mod">
        <pc:chgData name="Christian Villanueva" userId="9367907e4847b616" providerId="LiveId" clId="{74B429C4-7A5C-4F9C-B6EA-D541A4F83635}" dt="2023-12-06T23:50:06.692" v="1616" actId="1076"/>
        <pc:sldMkLst>
          <pc:docMk/>
          <pc:sldMk cId="4252742030" sldId="282"/>
        </pc:sldMkLst>
        <pc:spChg chg="mod">
          <ac:chgData name="Christian Villanueva" userId="9367907e4847b616" providerId="LiveId" clId="{74B429C4-7A5C-4F9C-B6EA-D541A4F83635}" dt="2023-12-06T23:41:46.117" v="1062" actId="20577"/>
          <ac:spMkLst>
            <pc:docMk/>
            <pc:sldMk cId="4252742030" sldId="282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0:02.332" v="1612" actId="1076"/>
          <ac:spMkLst>
            <pc:docMk/>
            <pc:sldMk cId="4252742030" sldId="282"/>
            <ac:spMk id="3" creationId="{01D8EAC6-B22C-71F3-4A0A-C98523B1A82F}"/>
          </ac:spMkLst>
        </pc:spChg>
        <pc:picChg chg="add mod">
          <ac:chgData name="Christian Villanueva" userId="9367907e4847b616" providerId="LiveId" clId="{74B429C4-7A5C-4F9C-B6EA-D541A4F83635}" dt="2023-12-06T23:50:06.692" v="1616" actId="1076"/>
          <ac:picMkLst>
            <pc:docMk/>
            <pc:sldMk cId="4252742030" sldId="282"/>
            <ac:picMk id="5" creationId="{834E5673-0D04-288C-F1BD-F9B5B17A09C5}"/>
          </ac:picMkLst>
        </pc:picChg>
      </pc:sldChg>
      <pc:sldChg chg="modSp add mod">
        <pc:chgData name="Christian Villanueva" userId="9367907e4847b616" providerId="LiveId" clId="{74B429C4-7A5C-4F9C-B6EA-D541A4F83635}" dt="2023-12-06T23:55:52.157" v="2443" actId="20577"/>
        <pc:sldMkLst>
          <pc:docMk/>
          <pc:sldMk cId="1852912204" sldId="283"/>
        </pc:sldMkLst>
        <pc:spChg chg="mod">
          <ac:chgData name="Christian Villanueva" userId="9367907e4847b616" providerId="LiveId" clId="{74B429C4-7A5C-4F9C-B6EA-D541A4F83635}" dt="2023-12-06T23:55:52.157" v="2443" actId="20577"/>
          <ac:spMkLst>
            <pc:docMk/>
            <pc:sldMk cId="1852912204" sldId="283"/>
            <ac:spMk id="9" creationId="{30D555CC-90BC-BE52-9BE3-30C735F83DFB}"/>
          </ac:spMkLst>
        </pc:spChg>
      </pc:sldChg>
      <pc:sldChg chg="addSp delSp modSp add mod">
        <pc:chgData name="Christian Villanueva" userId="9367907e4847b616" providerId="LiveId" clId="{74B429C4-7A5C-4F9C-B6EA-D541A4F83635}" dt="2023-12-06T23:57:10.829" v="2451" actId="1076"/>
        <pc:sldMkLst>
          <pc:docMk/>
          <pc:sldMk cId="3093019178" sldId="284"/>
        </pc:sldMkLst>
        <pc:spChg chg="add del mod">
          <ac:chgData name="Christian Villanueva" userId="9367907e4847b616" providerId="LiveId" clId="{74B429C4-7A5C-4F9C-B6EA-D541A4F83635}" dt="2023-12-06T23:57:00.288" v="2446" actId="478"/>
          <ac:spMkLst>
            <pc:docMk/>
            <pc:sldMk cId="3093019178" sldId="284"/>
            <ac:spMk id="4" creationId="{BC3771BA-F939-1350-AD31-C0C16BBE6FE5}"/>
          </ac:spMkLst>
        </pc:spChg>
        <pc:spChg chg="del">
          <ac:chgData name="Christian Villanueva" userId="9367907e4847b616" providerId="LiveId" clId="{74B429C4-7A5C-4F9C-B6EA-D541A4F83635}" dt="2023-12-06T23:56:56.549" v="2445" actId="478"/>
          <ac:spMkLst>
            <pc:docMk/>
            <pc:sldMk cId="3093019178" sldId="284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6T23:57:10.829" v="2451" actId="1076"/>
          <ac:picMkLst>
            <pc:docMk/>
            <pc:sldMk cId="3093019178" sldId="284"/>
            <ac:picMk id="1026" creationId="{C3E3D7FE-E2EF-19B3-2084-5F64B2B0E1D5}"/>
          </ac:picMkLst>
        </pc:picChg>
      </pc:sldChg>
      <pc:sldChg chg="addSp delSp modSp add mod">
        <pc:chgData name="Christian Villanueva" userId="9367907e4847b616" providerId="LiveId" clId="{74B429C4-7A5C-4F9C-B6EA-D541A4F83635}" dt="2023-12-07T00:10:20.826" v="3136" actId="20577"/>
        <pc:sldMkLst>
          <pc:docMk/>
          <pc:sldMk cId="1322830626" sldId="285"/>
        </pc:sldMkLst>
        <pc:spChg chg="mod">
          <ac:chgData name="Christian Villanueva" userId="9367907e4847b616" providerId="LiveId" clId="{74B429C4-7A5C-4F9C-B6EA-D541A4F83635}" dt="2023-12-07T00:06:40.402" v="2724" actId="20577"/>
          <ac:spMkLst>
            <pc:docMk/>
            <pc:sldMk cId="1322830626" sldId="285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7T00:08:23.311" v="3000" actId="478"/>
          <ac:spMkLst>
            <pc:docMk/>
            <pc:sldMk cId="1322830626" sldId="285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10:20.826" v="3136" actId="20577"/>
          <ac:spMkLst>
            <pc:docMk/>
            <pc:sldMk cId="1322830626" sldId="285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9:58.265" v="3118" actId="1076"/>
          <ac:picMkLst>
            <pc:docMk/>
            <pc:sldMk cId="1322830626" sldId="285"/>
            <ac:picMk id="5" creationId="{CF3694D6-3597-81FD-CB8A-18309629A1D7}"/>
          </ac:picMkLst>
        </pc:picChg>
        <pc:picChg chg="del">
          <ac:chgData name="Christian Villanueva" userId="9367907e4847b616" providerId="LiveId" clId="{74B429C4-7A5C-4F9C-B6EA-D541A4F83635}" dt="2023-12-07T00:06:42.617" v="2725" actId="478"/>
          <ac:picMkLst>
            <pc:docMk/>
            <pc:sldMk cId="1322830626" sldId="285"/>
            <ac:picMk id="2050" creationId="{F82D1A36-B4C2-E7E2-97BD-A2E3726CDA9A}"/>
          </ac:picMkLst>
        </pc:picChg>
      </pc:sldChg>
      <pc:sldChg chg="addSp delSp modSp add mod">
        <pc:chgData name="Christian Villanueva" userId="9367907e4847b616" providerId="LiveId" clId="{74B429C4-7A5C-4F9C-B6EA-D541A4F83635}" dt="2023-12-07T00:11:55.610" v="3394" actId="478"/>
        <pc:sldMkLst>
          <pc:docMk/>
          <pc:sldMk cId="3331389868" sldId="286"/>
        </pc:sldMkLst>
        <pc:spChg chg="mod">
          <ac:chgData name="Christian Villanueva" userId="9367907e4847b616" providerId="LiveId" clId="{74B429C4-7A5C-4F9C-B6EA-D541A4F83635}" dt="2023-12-07T00:11:51.275" v="3391" actId="20577"/>
          <ac:spMkLst>
            <pc:docMk/>
            <pc:sldMk cId="3331389868" sldId="286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11:54.566" v="3393" actId="1076"/>
          <ac:picMkLst>
            <pc:docMk/>
            <pc:sldMk cId="3331389868" sldId="286"/>
            <ac:picMk id="4" creationId="{3940E499-14FF-F977-9E7E-C4843ED2EB64}"/>
          </ac:picMkLst>
        </pc:picChg>
        <pc:picChg chg="del">
          <ac:chgData name="Christian Villanueva" userId="9367907e4847b616" providerId="LiveId" clId="{74B429C4-7A5C-4F9C-B6EA-D541A4F83635}" dt="2023-12-07T00:11:55.610" v="3394" actId="478"/>
          <ac:picMkLst>
            <pc:docMk/>
            <pc:sldMk cId="3331389868" sldId="286"/>
            <ac:picMk id="5" creationId="{CF3694D6-3597-81FD-CB8A-18309629A1D7}"/>
          </ac:picMkLst>
        </pc:picChg>
      </pc:sldChg>
      <pc:sldChg chg="addSp delSp modSp add mod">
        <pc:chgData name="Christian Villanueva" userId="9367907e4847b616" providerId="LiveId" clId="{74B429C4-7A5C-4F9C-B6EA-D541A4F83635}" dt="2023-12-07T00:14:34.200" v="3427" actId="1076"/>
        <pc:sldMkLst>
          <pc:docMk/>
          <pc:sldMk cId="2972805099" sldId="287"/>
        </pc:sldMkLst>
        <pc:spChg chg="mod">
          <ac:chgData name="Christian Villanueva" userId="9367907e4847b616" providerId="LiveId" clId="{74B429C4-7A5C-4F9C-B6EA-D541A4F83635}" dt="2023-12-07T00:12:41.203" v="3403" actId="20577"/>
          <ac:spMkLst>
            <pc:docMk/>
            <pc:sldMk cId="2972805099" sldId="287"/>
            <ac:spMk id="2" creationId="{86705015-20EE-35FE-01D6-B865C6688E52}"/>
          </ac:spMkLst>
        </pc:spChg>
        <pc:spChg chg="add del mod">
          <ac:chgData name="Christian Villanueva" userId="9367907e4847b616" providerId="LiveId" clId="{74B429C4-7A5C-4F9C-B6EA-D541A4F83635}" dt="2023-12-07T00:12:48.783" v="3407" actId="478"/>
          <ac:spMkLst>
            <pc:docMk/>
            <pc:sldMk cId="2972805099" sldId="287"/>
            <ac:spMk id="5" creationId="{E4AECB0B-D22B-6EDD-8D68-2E192C2B5A72}"/>
          </ac:spMkLst>
        </pc:spChg>
        <pc:spChg chg="del">
          <ac:chgData name="Christian Villanueva" userId="9367907e4847b616" providerId="LiveId" clId="{74B429C4-7A5C-4F9C-B6EA-D541A4F83635}" dt="2023-12-07T00:12:45.669" v="3405" actId="478"/>
          <ac:spMkLst>
            <pc:docMk/>
            <pc:sldMk cId="2972805099" sldId="287"/>
            <ac:spMk id="9" creationId="{30D555CC-90BC-BE52-9BE3-30C735F83DFB}"/>
          </ac:spMkLst>
        </pc:spChg>
        <pc:picChg chg="del">
          <ac:chgData name="Christian Villanueva" userId="9367907e4847b616" providerId="LiveId" clId="{74B429C4-7A5C-4F9C-B6EA-D541A4F83635}" dt="2023-12-07T00:12:43.439" v="3404" actId="478"/>
          <ac:picMkLst>
            <pc:docMk/>
            <pc:sldMk cId="2972805099" sldId="287"/>
            <ac:picMk id="4" creationId="{3940E499-14FF-F977-9E7E-C4843ED2EB64}"/>
          </ac:picMkLst>
        </pc:picChg>
        <pc:picChg chg="add mod">
          <ac:chgData name="Christian Villanueva" userId="9367907e4847b616" providerId="LiveId" clId="{74B429C4-7A5C-4F9C-B6EA-D541A4F83635}" dt="2023-12-07T00:13:40.420" v="3419" actId="1076"/>
          <ac:picMkLst>
            <pc:docMk/>
            <pc:sldMk cId="2972805099" sldId="287"/>
            <ac:picMk id="3074" creationId="{D690CD69-5DEC-34F1-15AE-EAD81BDD78BD}"/>
          </ac:picMkLst>
        </pc:picChg>
        <pc:picChg chg="add mod">
          <ac:chgData name="Christian Villanueva" userId="9367907e4847b616" providerId="LiveId" clId="{74B429C4-7A5C-4F9C-B6EA-D541A4F83635}" dt="2023-12-07T00:14:30.328" v="3425" actId="1076"/>
          <ac:picMkLst>
            <pc:docMk/>
            <pc:sldMk cId="2972805099" sldId="287"/>
            <ac:picMk id="3076" creationId="{2078D1E4-E898-48D3-BCA2-3359113A42D0}"/>
          </ac:picMkLst>
        </pc:picChg>
        <pc:picChg chg="add mod">
          <ac:chgData name="Christian Villanueva" userId="9367907e4847b616" providerId="LiveId" clId="{74B429C4-7A5C-4F9C-B6EA-D541A4F83635}" dt="2023-12-07T00:14:34.200" v="3427" actId="1076"/>
          <ac:picMkLst>
            <pc:docMk/>
            <pc:sldMk cId="2972805099" sldId="287"/>
            <ac:picMk id="3078" creationId="{47B033A7-7AB4-1B6D-E5DE-26A3FE6E9F68}"/>
          </ac:picMkLst>
        </pc:picChg>
      </pc:sldChg>
      <pc:sldChg chg="addSp delSp modSp add mod">
        <pc:chgData name="Christian Villanueva" userId="9367907e4847b616" providerId="LiveId" clId="{74B429C4-7A5C-4F9C-B6EA-D541A4F83635}" dt="2023-12-07T00:16:29.402" v="3780" actId="20577"/>
        <pc:sldMkLst>
          <pc:docMk/>
          <pc:sldMk cId="1764540550" sldId="288"/>
        </pc:sldMkLst>
        <pc:spChg chg="mod">
          <ac:chgData name="Christian Villanueva" userId="9367907e4847b616" providerId="LiveId" clId="{74B429C4-7A5C-4F9C-B6EA-D541A4F83635}" dt="2023-12-07T00:14:45.839" v="3458" actId="20577"/>
          <ac:spMkLst>
            <pc:docMk/>
            <pc:sldMk cId="1764540550" sldId="288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16:29.402" v="3780" actId="20577"/>
          <ac:spMkLst>
            <pc:docMk/>
            <pc:sldMk cId="1764540550" sldId="288"/>
            <ac:spMk id="3" creationId="{1BB2BFB2-01A7-D84B-0C60-0FB3FE7D0771}"/>
          </ac:spMkLst>
        </pc:spChg>
        <pc:picChg chg="del">
          <ac:chgData name="Christian Villanueva" userId="9367907e4847b616" providerId="LiveId" clId="{74B429C4-7A5C-4F9C-B6EA-D541A4F83635}" dt="2023-12-07T00:14:47.515" v="3459" actId="478"/>
          <ac:picMkLst>
            <pc:docMk/>
            <pc:sldMk cId="1764540550" sldId="288"/>
            <ac:picMk id="3074" creationId="{D690CD69-5DEC-34F1-15AE-EAD81BDD78BD}"/>
          </ac:picMkLst>
        </pc:picChg>
        <pc:picChg chg="del mod">
          <ac:chgData name="Christian Villanueva" userId="9367907e4847b616" providerId="LiveId" clId="{74B429C4-7A5C-4F9C-B6EA-D541A4F83635}" dt="2023-12-07T00:14:49.215" v="3462" actId="478"/>
          <ac:picMkLst>
            <pc:docMk/>
            <pc:sldMk cId="1764540550" sldId="288"/>
            <ac:picMk id="3076" creationId="{2078D1E4-E898-48D3-BCA2-3359113A42D0}"/>
          </ac:picMkLst>
        </pc:picChg>
        <pc:picChg chg="del">
          <ac:chgData name="Christian Villanueva" userId="9367907e4847b616" providerId="LiveId" clId="{74B429C4-7A5C-4F9C-B6EA-D541A4F83635}" dt="2023-12-07T00:14:48.588" v="3460" actId="478"/>
          <ac:picMkLst>
            <pc:docMk/>
            <pc:sldMk cId="1764540550" sldId="288"/>
            <ac:picMk id="3078" creationId="{47B033A7-7AB4-1B6D-E5DE-26A3FE6E9F68}"/>
          </ac:picMkLst>
        </pc:pic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6D2B0457-6456-45AD-B73D-F64B2B40C01C}"/>
    <pc:docChg chg="modSld">
      <pc:chgData name="Christian Villanueva" userId="9367907e4847b616" providerId="LiveId" clId="{6D2B0457-6456-45AD-B73D-F64B2B40C01C}" dt="2024-10-05T13:30:19.867" v="19" actId="403"/>
      <pc:docMkLst>
        <pc:docMk/>
      </pc:docMkLst>
      <pc:sldChg chg="modSp mod">
        <pc:chgData name="Christian Villanueva" userId="9367907e4847b616" providerId="LiveId" clId="{6D2B0457-6456-45AD-B73D-F64B2B40C01C}" dt="2024-10-05T13:23:53.319" v="5" actId="20577"/>
        <pc:sldMkLst>
          <pc:docMk/>
          <pc:sldMk cId="1730968163" sldId="274"/>
        </pc:sldMkLst>
        <pc:spChg chg="mod">
          <ac:chgData name="Christian Villanueva" userId="9367907e4847b616" providerId="LiveId" clId="{6D2B0457-6456-45AD-B73D-F64B2B40C01C}" dt="2024-10-05T13:23:53.319" v="5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modSp mod">
        <pc:chgData name="Christian Villanueva" userId="9367907e4847b616" providerId="LiveId" clId="{6D2B0457-6456-45AD-B73D-F64B2B40C01C}" dt="2024-10-05T13:30:19.867" v="19" actId="403"/>
        <pc:sldMkLst>
          <pc:docMk/>
          <pc:sldMk cId="900127888" sldId="276"/>
        </pc:sldMkLst>
        <pc:spChg chg="mod">
          <ac:chgData name="Christian Villanueva" userId="9367907e4847b616" providerId="LiveId" clId="{6D2B0457-6456-45AD-B73D-F64B2B40C01C}" dt="2024-10-05T13:29:38.590" v="6" actId="20577"/>
          <ac:spMkLst>
            <pc:docMk/>
            <pc:sldMk cId="900127888" sldId="276"/>
            <ac:spMk id="9" creationId="{30D555CC-90BC-BE52-9BE3-30C735F83DFB}"/>
          </ac:spMkLst>
        </pc:spChg>
        <pc:graphicFrameChg chg="add mod modGraphic">
          <ac:chgData name="Christian Villanueva" userId="9367907e4847b616" providerId="LiveId" clId="{6D2B0457-6456-45AD-B73D-F64B2B40C01C}" dt="2024-10-05T13:30:19.867" v="19" actId="403"/>
          <ac:graphicFrameMkLst>
            <pc:docMk/>
            <pc:sldMk cId="900127888" sldId="276"/>
            <ac:graphicFrameMk id="3" creationId="{AFBC4D21-397E-5934-ECE8-03F683CDC355}"/>
          </ac:graphicFrameMkLst>
        </pc:graphicFrameChg>
      </pc:sldChg>
    </pc:docChg>
  </pc:docChgLst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358B7E07-D029-43F0-93AB-118D3A727236}"/>
    <pc:docChg chg="undo custSel addSld delSld modSld">
      <pc:chgData name="Christian Villanueva" userId="9367907e4847b616" providerId="LiveId" clId="{358B7E07-D029-43F0-93AB-118D3A727236}" dt="2023-11-11T03:47:56.505" v="2492" actId="12"/>
      <pc:docMkLst>
        <pc:docMk/>
      </pc:docMkLst>
      <pc:sldChg chg="modSp mod">
        <pc:chgData name="Christian Villanueva" userId="9367907e4847b616" providerId="LiveId" clId="{358B7E07-D029-43F0-93AB-118D3A727236}" dt="2023-11-10T19:55:53.485" v="11" actId="20577"/>
        <pc:sldMkLst>
          <pc:docMk/>
          <pc:sldMk cId="2517860399" sldId="256"/>
        </pc:sldMkLst>
        <pc:spChg chg="mod">
          <ac:chgData name="Christian Villanueva" userId="9367907e4847b616" providerId="LiveId" clId="{358B7E07-D029-43F0-93AB-118D3A727236}" dt="2023-11-10T19:55:53.48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358B7E07-D029-43F0-93AB-118D3A727236}" dt="2023-11-10T20:15:27.312" v="555" actId="20577"/>
        <pc:sldMkLst>
          <pc:docMk/>
          <pc:sldMk cId="1457034104" sldId="257"/>
        </pc:sldMkLst>
        <pc:spChg chg="mod">
          <ac:chgData name="Christian Villanueva" userId="9367907e4847b616" providerId="LiveId" clId="{358B7E07-D029-43F0-93AB-118D3A727236}" dt="2023-11-10T20:15:27.312" v="555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358B7E07-D029-43F0-93AB-118D3A727236}" dt="2023-11-10T23:12:55.392" v="1599"/>
        <pc:sldMkLst>
          <pc:docMk/>
          <pc:sldMk cId="2069622168" sldId="268"/>
        </pc:sldMkLst>
        <pc:spChg chg="mod">
          <ac:chgData name="Christian Villanueva" userId="9367907e4847b616" providerId="LiveId" clId="{358B7E07-D029-43F0-93AB-118D3A727236}" dt="2023-11-10T23:06:13.831" v="728" actId="20577"/>
          <ac:spMkLst>
            <pc:docMk/>
            <pc:sldMk cId="2069622168" sldId="26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0T23:12:55.392" v="1599"/>
          <ac:spMkLst>
            <pc:docMk/>
            <pc:sldMk cId="2069622168" sldId="268"/>
            <ac:spMk id="3" creationId="{3B19FA53-20D9-446D-1578-9915B6AADAEC}"/>
          </ac:spMkLst>
        </pc:spChg>
        <pc:spChg chg="mod">
          <ac:chgData name="Christian Villanueva" userId="9367907e4847b616" providerId="LiveId" clId="{358B7E07-D029-43F0-93AB-118D3A727236}" dt="2023-11-10T23:12:53.421" v="1597" actId="27636"/>
          <ac:spMkLst>
            <pc:docMk/>
            <pc:sldMk cId="2069622168" sldId="268"/>
            <ac:spMk id="9" creationId="{30D555CC-90BC-BE52-9BE3-30C735F83DFB}"/>
          </ac:spMkLst>
        </pc:spChg>
        <pc:spChg chg="del">
          <ac:chgData name="Christian Villanueva" userId="9367907e4847b616" providerId="LiveId" clId="{358B7E07-D029-43F0-93AB-118D3A727236}" dt="2023-11-10T23:06:22.978" v="731" actId="478"/>
          <ac:spMkLst>
            <pc:docMk/>
            <pc:sldMk cId="2069622168" sldId="268"/>
            <ac:spMk id="11" creationId="{C7E775B9-1E0B-C36E-039D-E221AF18DBF4}"/>
          </ac:spMkLst>
        </pc:spChg>
      </pc:sldChg>
      <pc:sldChg chg="modSp mod">
        <pc:chgData name="Christian Villanueva" userId="9367907e4847b616" providerId="LiveId" clId="{358B7E07-D029-43F0-93AB-118D3A727236}" dt="2023-11-10T20:18:09.440" v="709" actId="20577"/>
        <pc:sldMkLst>
          <pc:docMk/>
          <pc:sldMk cId="3805736252" sldId="273"/>
        </pc:sldMkLst>
        <pc:spChg chg="mod">
          <ac:chgData name="Christian Villanueva" userId="9367907e4847b616" providerId="LiveId" clId="{358B7E07-D029-43F0-93AB-118D3A727236}" dt="2023-11-10T20:18:09.440" v="709" actId="20577"/>
          <ac:spMkLst>
            <pc:docMk/>
            <pc:sldMk cId="3805736252" sldId="273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358B7E07-D029-43F0-93AB-118D3A727236}" dt="2023-11-10T20:17:48.662" v="663" actId="20577"/>
        <pc:sldMkLst>
          <pc:docMk/>
          <pc:sldMk cId="1730968163" sldId="274"/>
        </pc:sldMkLst>
        <pc:spChg chg="mod">
          <ac:chgData name="Christian Villanueva" userId="9367907e4847b616" providerId="LiveId" clId="{358B7E07-D029-43F0-93AB-118D3A727236}" dt="2023-11-10T20:17:48.662" v="663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del">
        <pc:chgData name="Christian Villanueva" userId="9367907e4847b616" providerId="LiveId" clId="{358B7E07-D029-43F0-93AB-118D3A727236}" dt="2023-11-10T23:13:49.002" v="1601" actId="47"/>
        <pc:sldMkLst>
          <pc:docMk/>
          <pc:sldMk cId="725816632" sldId="275"/>
        </pc:sldMkLst>
      </pc:sldChg>
      <pc:sldChg chg="modSp mod">
        <pc:chgData name="Christian Villanueva" userId="9367907e4847b616" providerId="LiveId" clId="{358B7E07-D029-43F0-93AB-118D3A727236}" dt="2023-11-10T23:15:31.037" v="1787" actId="403"/>
        <pc:sldMkLst>
          <pc:docMk/>
          <pc:sldMk cId="900127888" sldId="276"/>
        </pc:sldMkLst>
        <pc:spChg chg="mod">
          <ac:chgData name="Christian Villanueva" userId="9367907e4847b616" providerId="LiveId" clId="{358B7E07-D029-43F0-93AB-118D3A727236}" dt="2023-11-10T23:15:31.037" v="1787" actId="403"/>
          <ac:spMkLst>
            <pc:docMk/>
            <pc:sldMk cId="900127888" sldId="276"/>
            <ac:spMk id="9" creationId="{30D555CC-90BC-BE52-9BE3-30C735F83DFB}"/>
          </ac:spMkLst>
        </pc:spChg>
      </pc:sldChg>
      <pc:sldChg chg="modSp add mod">
        <pc:chgData name="Christian Villanueva" userId="9367907e4847b616" providerId="LiveId" clId="{358B7E07-D029-43F0-93AB-118D3A727236}" dt="2023-11-10T23:56:39.122" v="2062" actId="113"/>
        <pc:sldMkLst>
          <pc:docMk/>
          <pc:sldMk cId="2966078865" sldId="277"/>
        </pc:sldMkLst>
        <pc:spChg chg="mod">
          <ac:chgData name="Christian Villanueva" userId="9367907e4847b616" providerId="LiveId" clId="{358B7E07-D029-43F0-93AB-118D3A727236}" dt="2023-11-10T23:35:42.307" v="1806" actId="20577"/>
          <ac:spMkLst>
            <pc:docMk/>
            <pc:sldMk cId="2966078865" sldId="277"/>
            <ac:spMk id="2" creationId="{86705015-20EE-35FE-01D6-B865C6688E52}"/>
          </ac:spMkLst>
        </pc:spChg>
        <pc:spChg chg="mod">
          <ac:chgData name="Christian Villanueva" userId="9367907e4847b616" providerId="LiveId" clId="{358B7E07-D029-43F0-93AB-118D3A727236}" dt="2023-11-10T23:56:39.122" v="2062" actId="113"/>
          <ac:spMkLst>
            <pc:docMk/>
            <pc:sldMk cId="2966078865" sldId="277"/>
            <ac:spMk id="9" creationId="{30D555CC-90BC-BE52-9BE3-30C735F83DFB}"/>
          </ac:spMkLst>
        </pc:spChg>
      </pc:sldChg>
      <pc:sldChg chg="del">
        <pc:chgData name="Christian Villanueva" userId="9367907e4847b616" providerId="LiveId" clId="{358B7E07-D029-43F0-93AB-118D3A727236}" dt="2023-11-10T23:13:38.990" v="1600" actId="47"/>
        <pc:sldMkLst>
          <pc:docMk/>
          <pc:sldMk cId="3397633289" sldId="277"/>
        </pc:sldMkLst>
      </pc:sldChg>
      <pc:sldChg chg="addSp delSp modSp add mod">
        <pc:chgData name="Christian Villanueva" userId="9367907e4847b616" providerId="LiveId" clId="{358B7E07-D029-43F0-93AB-118D3A727236}" dt="2023-11-11T00:02:29.707" v="2316" actId="20577"/>
        <pc:sldMkLst>
          <pc:docMk/>
          <pc:sldMk cId="622744091" sldId="278"/>
        </pc:sldMkLst>
        <pc:spChg chg="mod">
          <ac:chgData name="Christian Villanueva" userId="9367907e4847b616" providerId="LiveId" clId="{358B7E07-D029-43F0-93AB-118D3A727236}" dt="2023-11-11T00:02:29.707" v="2316" actId="20577"/>
          <ac:spMkLst>
            <pc:docMk/>
            <pc:sldMk cId="622744091" sldId="27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3" creationId="{9AD0509B-4DAC-03BB-3D49-B57A3F30C184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9" creationId="{30D555CC-90BC-BE52-9BE3-30C735F83DFB}"/>
          </ac:spMkLst>
        </pc:spChg>
        <pc:picChg chg="add del mod">
          <ac:chgData name="Christian Villanueva" userId="9367907e4847b616" providerId="LiveId" clId="{358B7E07-D029-43F0-93AB-118D3A727236}" dt="2023-11-11T00:02:23.784" v="2284" actId="1076"/>
          <ac:picMkLst>
            <pc:docMk/>
            <pc:sldMk cId="622744091" sldId="278"/>
            <ac:picMk id="1026" creationId="{CF4724C5-69D2-6886-4CE8-876AB179D7CA}"/>
          </ac:picMkLst>
        </pc:picChg>
      </pc:sldChg>
      <pc:sldChg chg="addSp delSp modSp add">
        <pc:chgData name="Christian Villanueva" userId="9367907e4847b616" providerId="LiveId" clId="{358B7E07-D029-43F0-93AB-118D3A727236}" dt="2023-11-11T03:19:26.790" v="2328" actId="1076"/>
        <pc:sldMkLst>
          <pc:docMk/>
          <pc:sldMk cId="4170348440" sldId="279"/>
        </pc:sldMkLst>
        <pc:picChg chg="del">
          <ac:chgData name="Christian Villanueva" userId="9367907e4847b616" providerId="LiveId" clId="{358B7E07-D029-43F0-93AB-118D3A727236}" dt="2023-11-11T00:04:20.387" v="2318" actId="478"/>
          <ac:picMkLst>
            <pc:docMk/>
            <pc:sldMk cId="4170348440" sldId="279"/>
            <ac:picMk id="1026" creationId="{CF4724C5-69D2-6886-4CE8-876AB179D7CA}"/>
          </ac:picMkLst>
        </pc:picChg>
        <pc:picChg chg="add mod">
          <ac:chgData name="Christian Villanueva" userId="9367907e4847b616" providerId="LiveId" clId="{358B7E07-D029-43F0-93AB-118D3A727236}" dt="2023-11-11T03:19:26.790" v="2328" actId="1076"/>
          <ac:picMkLst>
            <pc:docMk/>
            <pc:sldMk cId="4170348440" sldId="279"/>
            <ac:picMk id="2050" creationId="{C9C95139-C000-2D64-CFD1-C602AE1425C3}"/>
          </ac:picMkLst>
        </pc:picChg>
        <pc:picChg chg="add del">
          <ac:chgData name="Christian Villanueva" userId="9367907e4847b616" providerId="LiveId" clId="{358B7E07-D029-43F0-93AB-118D3A727236}" dt="2023-11-11T03:19:15.921" v="2326"/>
          <ac:picMkLst>
            <pc:docMk/>
            <pc:sldMk cId="4170348440" sldId="279"/>
            <ac:picMk id="2052" creationId="{3EB79D71-B7D9-DF1F-4FD3-BDF9FDDECB3B}"/>
          </ac:picMkLst>
        </pc:picChg>
      </pc:sldChg>
      <pc:sldChg chg="addSp delSp modSp add mod">
        <pc:chgData name="Christian Villanueva" userId="9367907e4847b616" providerId="LiveId" clId="{358B7E07-D029-43F0-93AB-118D3A727236}" dt="2023-11-11T03:21:26.599" v="2357" actId="20577"/>
        <pc:sldMkLst>
          <pc:docMk/>
          <pc:sldMk cId="3524410507" sldId="280"/>
        </pc:sldMkLst>
        <pc:spChg chg="mod">
          <ac:chgData name="Christian Villanueva" userId="9367907e4847b616" providerId="LiveId" clId="{358B7E07-D029-43F0-93AB-118D3A727236}" dt="2023-11-11T03:21:26.599" v="2357" actId="20577"/>
          <ac:spMkLst>
            <pc:docMk/>
            <pc:sldMk cId="3524410507" sldId="280"/>
            <ac:spMk id="2" creationId="{86705015-20EE-35FE-01D6-B865C6688E52}"/>
          </ac:spMkLst>
        </pc:spChg>
        <pc:picChg chg="del">
          <ac:chgData name="Christian Villanueva" userId="9367907e4847b616" providerId="LiveId" clId="{358B7E07-D029-43F0-93AB-118D3A727236}" dt="2023-11-11T03:19:29.214" v="2329" actId="478"/>
          <ac:picMkLst>
            <pc:docMk/>
            <pc:sldMk cId="3524410507" sldId="280"/>
            <ac:picMk id="2050" creationId="{C9C95139-C000-2D64-CFD1-C602AE1425C3}"/>
          </ac:picMkLst>
        </pc:picChg>
        <pc:picChg chg="add mod">
          <ac:chgData name="Christian Villanueva" userId="9367907e4847b616" providerId="LiveId" clId="{358B7E07-D029-43F0-93AB-118D3A727236}" dt="2023-11-11T03:21:08.813" v="2333" actId="1076"/>
          <ac:picMkLst>
            <pc:docMk/>
            <pc:sldMk cId="3524410507" sldId="280"/>
            <ac:picMk id="3074" creationId="{7F4481DF-6C68-6353-93D0-F46404B12C3C}"/>
          </ac:picMkLst>
        </pc:picChg>
      </pc:sldChg>
      <pc:sldChg chg="addSp delSp modSp add mod">
        <pc:chgData name="Christian Villanueva" userId="9367907e4847b616" providerId="LiveId" clId="{358B7E07-D029-43F0-93AB-118D3A727236}" dt="2023-11-11T03:47:56.505" v="2492" actId="12"/>
        <pc:sldMkLst>
          <pc:docMk/>
          <pc:sldMk cId="898953537" sldId="281"/>
        </pc:sldMkLst>
        <pc:spChg chg="mod">
          <ac:chgData name="Christian Villanueva" userId="9367907e4847b616" providerId="LiveId" clId="{358B7E07-D029-43F0-93AB-118D3A727236}" dt="2023-11-11T03:38:32.677" v="2384" actId="20577"/>
          <ac:spMkLst>
            <pc:docMk/>
            <pc:sldMk cId="898953537" sldId="281"/>
            <ac:spMk id="2" creationId="{86705015-20EE-35FE-01D6-B865C6688E52}"/>
          </ac:spMkLst>
        </pc:spChg>
        <pc:spChg chg="add mod">
          <ac:chgData name="Christian Villanueva" userId="9367907e4847b616" providerId="LiveId" clId="{358B7E07-D029-43F0-93AB-118D3A727236}" dt="2023-11-11T03:47:56.505" v="2492" actId="12"/>
          <ac:spMkLst>
            <pc:docMk/>
            <pc:sldMk cId="898953537" sldId="281"/>
            <ac:spMk id="3" creationId="{A4AA0203-9C1B-60FE-194D-F32FD2F8508D}"/>
          </ac:spMkLst>
        </pc:spChg>
        <pc:picChg chg="del">
          <ac:chgData name="Christian Villanueva" userId="9367907e4847b616" providerId="LiveId" clId="{358B7E07-D029-43F0-93AB-118D3A727236}" dt="2023-11-11T03:38:36.876" v="2385" actId="478"/>
          <ac:picMkLst>
            <pc:docMk/>
            <pc:sldMk cId="898953537" sldId="281"/>
            <ac:picMk id="3074" creationId="{7F4481DF-6C68-6353-93D0-F46404B12C3C}"/>
          </ac:picMkLst>
        </pc:picChg>
        <pc:picChg chg="add mod">
          <ac:chgData name="Christian Villanueva" userId="9367907e4847b616" providerId="LiveId" clId="{358B7E07-D029-43F0-93AB-118D3A727236}" dt="2023-11-11T03:46:34.945" v="2388" actId="1076"/>
          <ac:picMkLst>
            <pc:docMk/>
            <pc:sldMk cId="898953537" sldId="281"/>
            <ac:picMk id="4098" creationId="{38AB6002-4B26-341C-454E-9F792D6AB719}"/>
          </ac:picMkLst>
        </pc:picChg>
      </pc:sldChg>
    </pc:docChg>
  </pc:docChgLst>
  <pc:docChgLst>
    <pc:chgData name="Christian Villanueva" userId="9367907e4847b616" providerId="LiveId" clId="{B198EFEB-DB61-4B34-927C-A5E2E76F4B26}"/>
    <pc:docChg chg="undo custSel addSld delSld modSld">
      <pc:chgData name="Christian Villanueva" userId="9367907e4847b616" providerId="LiveId" clId="{B198EFEB-DB61-4B34-927C-A5E2E76F4B26}" dt="2023-11-09T00:56:13.554" v="2695" actId="20577"/>
      <pc:docMkLst>
        <pc:docMk/>
      </pc:docMkLst>
      <pc:sldChg chg="modSp mod">
        <pc:chgData name="Christian Villanueva" userId="9367907e4847b616" providerId="LiveId" clId="{B198EFEB-DB61-4B34-927C-A5E2E76F4B26}" dt="2023-11-08T23:32:08.313" v="8" actId="20577"/>
        <pc:sldMkLst>
          <pc:docMk/>
          <pc:sldMk cId="2517860399" sldId="256"/>
        </pc:sldMkLst>
        <pc:spChg chg="mod">
          <ac:chgData name="Christian Villanueva" userId="9367907e4847b616" providerId="LiveId" clId="{B198EFEB-DB61-4B34-927C-A5E2E76F4B26}" dt="2023-11-08T23:32:08.313" v="8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B198EFEB-DB61-4B34-927C-A5E2E76F4B26}" dt="2023-11-08T23:34:05.698" v="165" actId="120"/>
        <pc:sldMkLst>
          <pc:docMk/>
          <pc:sldMk cId="1457034104" sldId="257"/>
        </pc:sldMkLst>
        <pc:spChg chg="mod">
          <ac:chgData name="Christian Villanueva" userId="9367907e4847b616" providerId="LiveId" clId="{B198EFEB-DB61-4B34-927C-A5E2E76F4B26}" dt="2023-11-08T23:32:21.011" v="20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4:05.698" v="165" actId="120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B198EFEB-DB61-4B34-927C-A5E2E76F4B26}" dt="2023-11-08T23:39:44.942" v="382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B198EFEB-DB61-4B34-927C-A5E2E76F4B26}" dt="2023-11-08T23:39:44.468" v="381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B198EFEB-DB61-4B34-927C-A5E2E76F4B26}" dt="2023-11-08T23:39:45.075" v="383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B198EFEB-DB61-4B34-927C-A5E2E76F4B26}" dt="2023-11-09T00:04:04.796" v="1663" actId="47"/>
        <pc:sldMkLst>
          <pc:docMk/>
          <pc:sldMk cId="3386485336" sldId="267"/>
        </pc:sldMkLst>
      </pc:sldChg>
      <pc:sldChg chg="addSp delSp modSp mod">
        <pc:chgData name="Christian Villanueva" userId="9367907e4847b616" providerId="LiveId" clId="{B198EFEB-DB61-4B34-927C-A5E2E76F4B26}" dt="2023-11-08T23:53:29.683" v="1187" actId="20577"/>
        <pc:sldMkLst>
          <pc:docMk/>
          <pc:sldMk cId="2069622168" sldId="268"/>
        </pc:sldMkLst>
        <pc:spChg chg="mod">
          <ac:chgData name="Christian Villanueva" userId="9367907e4847b616" providerId="LiveId" clId="{B198EFEB-DB61-4B34-927C-A5E2E76F4B26}" dt="2023-11-08T23:52:38.892" v="1157" actId="20577"/>
          <ac:spMkLst>
            <pc:docMk/>
            <pc:sldMk cId="2069622168" sldId="268"/>
            <ac:spMk id="2" creationId="{86705015-20EE-35FE-01D6-B865C6688E52}"/>
          </ac:spMkLst>
        </pc:spChg>
        <pc:spChg chg="del">
          <ac:chgData name="Christian Villanueva" userId="9367907e4847b616" providerId="LiveId" clId="{B198EFEB-DB61-4B34-927C-A5E2E76F4B26}" dt="2023-11-08T23:41:26.523" v="605" actId="478"/>
          <ac:spMkLst>
            <pc:docMk/>
            <pc:sldMk cId="2069622168" sldId="268"/>
            <ac:spMk id="3" creationId="{08D62982-4107-D75F-CB7C-97EE84C54343}"/>
          </ac:spMkLst>
        </pc:spChg>
        <pc:spChg chg="del">
          <ac:chgData name="Christian Villanueva" userId="9367907e4847b616" providerId="LiveId" clId="{B198EFEB-DB61-4B34-927C-A5E2E76F4B26}" dt="2023-11-08T23:41:25.421" v="604" actId="478"/>
          <ac:spMkLst>
            <pc:docMk/>
            <pc:sldMk cId="2069622168" sldId="268"/>
            <ac:spMk id="4" creationId="{468CFB57-4CC2-9CC8-7094-D8B207E85E78}"/>
          </ac:spMkLst>
        </pc:spChg>
        <pc:spChg chg="del">
          <ac:chgData name="Christian Villanueva" userId="9367907e4847b616" providerId="LiveId" clId="{B198EFEB-DB61-4B34-927C-A5E2E76F4B26}" dt="2023-11-08T23:41:23.356" v="603" actId="478"/>
          <ac:spMkLst>
            <pc:docMk/>
            <pc:sldMk cId="2069622168" sldId="268"/>
            <ac:spMk id="5" creationId="{EA856916-9E78-C94C-CB26-9A6C91B05C22}"/>
          </ac:spMkLst>
        </pc:spChg>
        <pc:spChg chg="del">
          <ac:chgData name="Christian Villanueva" userId="9367907e4847b616" providerId="LiveId" clId="{B198EFEB-DB61-4B34-927C-A5E2E76F4B26}" dt="2023-11-08T23:41:22.121" v="602" actId="478"/>
          <ac:spMkLst>
            <pc:docMk/>
            <pc:sldMk cId="2069622168" sldId="268"/>
            <ac:spMk id="6" creationId="{16C8225B-4FC7-C143-2D54-B375A6D9F8AB}"/>
          </ac:spMkLst>
        </pc:spChg>
        <pc:spChg chg="add mod">
          <ac:chgData name="Christian Villanueva" userId="9367907e4847b616" providerId="LiveId" clId="{B198EFEB-DB61-4B34-927C-A5E2E76F4B26}" dt="2023-11-08T23:53:29.683" v="1187" actId="20577"/>
          <ac:spMkLst>
            <pc:docMk/>
            <pc:sldMk cId="2069622168" sldId="268"/>
            <ac:spMk id="9" creationId="{30D555CC-90BC-BE52-9BE3-30C735F83DFB}"/>
          </ac:spMkLst>
        </pc:spChg>
        <pc:spChg chg="add mod">
          <ac:chgData name="Christian Villanueva" userId="9367907e4847b616" providerId="LiveId" clId="{B198EFEB-DB61-4B34-927C-A5E2E76F4B26}" dt="2023-11-08T23:51:58.329" v="1098" actId="20577"/>
          <ac:spMkLst>
            <pc:docMk/>
            <pc:sldMk cId="2069622168" sldId="268"/>
            <ac:spMk id="11" creationId="{C7E775B9-1E0B-C36E-039D-E221AF18DBF4}"/>
          </ac:spMkLst>
        </pc:spChg>
        <pc:picChg chg="del">
          <ac:chgData name="Christian Villanueva" userId="9367907e4847b616" providerId="LiveId" clId="{B198EFEB-DB61-4B34-927C-A5E2E76F4B26}" dt="2023-11-08T23:41:20.491" v="600" actId="478"/>
          <ac:picMkLst>
            <pc:docMk/>
            <pc:sldMk cId="2069622168" sldId="268"/>
            <ac:picMk id="1026" creationId="{3A5F7F1E-0910-0776-7011-6CA3D5DEFC0B}"/>
          </ac:picMkLst>
        </pc:picChg>
        <pc:picChg chg="del">
          <ac:chgData name="Christian Villanueva" userId="9367907e4847b616" providerId="LiveId" clId="{B198EFEB-DB61-4B34-927C-A5E2E76F4B26}" dt="2023-11-08T23:41:21.091" v="601" actId="478"/>
          <ac:picMkLst>
            <pc:docMk/>
            <pc:sldMk cId="2069622168" sldId="268"/>
            <ac:picMk id="1028" creationId="{C235552A-395E-CEE3-FA10-39C089092389}"/>
          </ac:picMkLst>
        </pc:picChg>
      </pc:sldChg>
      <pc:sldChg chg="del">
        <pc:chgData name="Christian Villanueva" userId="9367907e4847b616" providerId="LiveId" clId="{B198EFEB-DB61-4B34-927C-A5E2E76F4B26}" dt="2023-11-09T00:04:02.981" v="1662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B198EFEB-DB61-4B34-927C-A5E2E76F4B26}" dt="2023-11-09T00:04:06.247" v="1664" actId="47"/>
        <pc:sldMkLst>
          <pc:docMk/>
          <pc:sldMk cId="449043533" sldId="270"/>
        </pc:sldMkLst>
      </pc:sldChg>
      <pc:sldChg chg="add del">
        <pc:chgData name="Christian Villanueva" userId="9367907e4847b616" providerId="LiveId" clId="{B198EFEB-DB61-4B34-927C-A5E2E76F4B26}" dt="2023-11-09T00:04:11.837" v="1667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B198EFEB-DB61-4B34-927C-A5E2E76F4B26}" dt="2023-11-09T00:04:13.874" v="1668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B198EFEB-DB61-4B34-927C-A5E2E76F4B26}" dt="2023-11-09T00:51:13.296" v="2311" actId="120"/>
        <pc:sldMkLst>
          <pc:docMk/>
          <pc:sldMk cId="3805736252" sldId="273"/>
        </pc:sldMkLst>
        <pc:spChg chg="mod">
          <ac:chgData name="Christian Villanueva" userId="9367907e4847b616" providerId="LiveId" clId="{B198EFEB-DB61-4B34-927C-A5E2E76F4B26}" dt="2023-11-08T23:35:51.134" v="208" actId="20577"/>
          <ac:spMkLst>
            <pc:docMk/>
            <pc:sldMk cId="3805736252" sldId="273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1:13.296" v="2311" actId="120"/>
          <ac:spMkLst>
            <pc:docMk/>
            <pc:sldMk cId="3805736252" sldId="273"/>
            <ac:spMk id="3" creationId="{01D8EAC6-B22C-71F3-4A0A-C98523B1A82F}"/>
          </ac:spMkLst>
        </pc:spChg>
      </pc:sldChg>
      <pc:sldChg chg="modSp add mod">
        <pc:chgData name="Christian Villanueva" userId="9367907e4847b616" providerId="LiveId" clId="{B198EFEB-DB61-4B34-927C-A5E2E76F4B26}" dt="2023-11-09T00:56:13.554" v="2695" actId="20577"/>
        <pc:sldMkLst>
          <pc:docMk/>
          <pc:sldMk cId="1730968163" sldId="274"/>
        </pc:sldMkLst>
        <pc:spChg chg="mod">
          <ac:chgData name="Christian Villanueva" userId="9367907e4847b616" providerId="LiveId" clId="{B198EFEB-DB61-4B34-927C-A5E2E76F4B26}" dt="2023-11-08T23:39:54.898" v="414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6:13.554" v="2695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delSp modSp add mod">
        <pc:chgData name="Christian Villanueva" userId="9367907e4847b616" providerId="LiveId" clId="{B198EFEB-DB61-4B34-927C-A5E2E76F4B26}" dt="2023-11-08T23:58:03.578" v="1521" actId="14100"/>
        <pc:sldMkLst>
          <pc:docMk/>
          <pc:sldMk cId="725816632" sldId="275"/>
        </pc:sldMkLst>
        <pc:spChg chg="mod">
          <ac:chgData name="Christian Villanueva" userId="9367907e4847b616" providerId="LiveId" clId="{B198EFEB-DB61-4B34-927C-A5E2E76F4B26}" dt="2023-11-08T23:54:53.366" v="1219" actId="20577"/>
          <ac:spMkLst>
            <pc:docMk/>
            <pc:sldMk cId="725816632" sldId="275"/>
            <ac:spMk id="2" creationId="{86705015-20EE-35FE-01D6-B865C6688E52}"/>
          </ac:spMkLst>
        </pc:spChg>
        <pc:spChg chg="add mod">
          <ac:chgData name="Christian Villanueva" userId="9367907e4847b616" providerId="LiveId" clId="{B198EFEB-DB61-4B34-927C-A5E2E76F4B26}" dt="2023-11-08T23:56:04.691" v="1399" actId="113"/>
          <ac:spMkLst>
            <pc:docMk/>
            <pc:sldMk cId="725816632" sldId="275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8T23:55:19.496" v="1375" actId="20577"/>
          <ac:spMkLst>
            <pc:docMk/>
            <pc:sldMk cId="725816632" sldId="275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4:58.256" v="1222" actId="478"/>
          <ac:spMkLst>
            <pc:docMk/>
            <pc:sldMk cId="725816632" sldId="275"/>
            <ac:spMk id="11" creationId="{C7E775B9-1E0B-C36E-039D-E221AF18DBF4}"/>
          </ac:spMkLst>
        </pc:spChg>
        <pc:spChg chg="add mod">
          <ac:chgData name="Christian Villanueva" userId="9367907e4847b616" providerId="LiveId" clId="{B198EFEB-DB61-4B34-927C-A5E2E76F4B26}" dt="2023-11-08T23:56:38.034" v="1449" actId="20577"/>
          <ac:spMkLst>
            <pc:docMk/>
            <pc:sldMk cId="725816632" sldId="275"/>
            <ac:spMk id="18" creationId="{059AE5CF-669A-4873-4897-A93E44470386}"/>
          </ac:spMkLst>
        </pc:spChg>
        <pc:spChg chg="add mod">
          <ac:chgData name="Christian Villanueva" userId="9367907e4847b616" providerId="LiveId" clId="{B198EFEB-DB61-4B34-927C-A5E2E76F4B26}" dt="2023-11-08T23:57:02.663" v="1475" actId="14100"/>
          <ac:spMkLst>
            <pc:docMk/>
            <pc:sldMk cId="725816632" sldId="275"/>
            <ac:spMk id="22" creationId="{495EB525-EEEE-29E1-AD3D-DCB36C01C272}"/>
          </ac:spMkLst>
        </pc:spChg>
        <pc:spChg chg="add mod">
          <ac:chgData name="Christian Villanueva" userId="9367907e4847b616" providerId="LiveId" clId="{B198EFEB-DB61-4B34-927C-A5E2E76F4B26}" dt="2023-11-08T23:57:27.394" v="1489" actId="20577"/>
          <ac:spMkLst>
            <pc:docMk/>
            <pc:sldMk cId="725816632" sldId="275"/>
            <ac:spMk id="26" creationId="{C09BEAFE-596D-A9F2-102B-64A54314209E}"/>
          </ac:spMkLst>
        </pc:spChg>
        <pc:spChg chg="add mod">
          <ac:chgData name="Christian Villanueva" userId="9367907e4847b616" providerId="LiveId" clId="{B198EFEB-DB61-4B34-927C-A5E2E76F4B26}" dt="2023-11-08T23:58:03.578" v="1521" actId="14100"/>
          <ac:spMkLst>
            <pc:docMk/>
            <pc:sldMk cId="725816632" sldId="275"/>
            <ac:spMk id="32" creationId="{427068FB-19B2-4053-6F6A-039E913B117D}"/>
          </ac:spMkLst>
        </pc:spChg>
        <pc:picChg chg="add mod modCrop">
          <ac:chgData name="Christian Villanueva" userId="9367907e4847b616" providerId="LiveId" clId="{B198EFEB-DB61-4B34-927C-A5E2E76F4B26}" dt="2023-11-08T23:55:39.159" v="1382" actId="1076"/>
          <ac:picMkLst>
            <pc:docMk/>
            <pc:sldMk cId="725816632" sldId="275"/>
            <ac:picMk id="4" creationId="{CF1F910E-1472-1EA9-E49C-066371E83543}"/>
          </ac:picMkLst>
        </pc:picChg>
        <pc:cxnChg chg="add mod">
          <ac:chgData name="Christian Villanueva" userId="9367907e4847b616" providerId="LiveId" clId="{B198EFEB-DB61-4B34-927C-A5E2E76F4B26}" dt="2023-11-08T23:55:52.706" v="1384" actId="13822"/>
          <ac:cxnSpMkLst>
            <pc:docMk/>
            <pc:sldMk cId="725816632" sldId="275"/>
            <ac:cxnSpMk id="6" creationId="{C08F77BF-4AEB-809E-D7C7-C9C60A1C4E32}"/>
          </ac:cxnSpMkLst>
        </pc:cxnChg>
        <pc:cxnChg chg="add mod">
          <ac:chgData name="Christian Villanueva" userId="9367907e4847b616" providerId="LiveId" clId="{B198EFEB-DB61-4B34-927C-A5E2E76F4B26}" dt="2023-11-08T23:56:17.761" v="1404" actId="14100"/>
          <ac:cxnSpMkLst>
            <pc:docMk/>
            <pc:sldMk cId="725816632" sldId="275"/>
            <ac:cxnSpMk id="13" creationId="{14C0BCB0-6E01-DE32-3711-8EBB670C6235}"/>
          </ac:cxnSpMkLst>
        </pc:cxnChg>
        <pc:cxnChg chg="add mod">
          <ac:chgData name="Christian Villanueva" userId="9367907e4847b616" providerId="LiveId" clId="{B198EFEB-DB61-4B34-927C-A5E2E76F4B26}" dt="2023-11-08T23:56:47.305" v="1453" actId="14100"/>
          <ac:cxnSpMkLst>
            <pc:docMk/>
            <pc:sldMk cId="725816632" sldId="275"/>
            <ac:cxnSpMk id="19" creationId="{476B0E5D-C326-7946-BF65-2E14D4C1BFE8}"/>
          </ac:cxnSpMkLst>
        </pc:cxnChg>
        <pc:cxnChg chg="add mod">
          <ac:chgData name="Christian Villanueva" userId="9367907e4847b616" providerId="LiveId" clId="{B198EFEB-DB61-4B34-927C-A5E2E76F4B26}" dt="2023-11-08T23:57:19.791" v="1480" actId="14100"/>
          <ac:cxnSpMkLst>
            <pc:docMk/>
            <pc:sldMk cId="725816632" sldId="275"/>
            <ac:cxnSpMk id="23" creationId="{3627D96E-5789-A359-E272-6FE92C348D8B}"/>
          </ac:cxnSpMkLst>
        </pc:cxnChg>
        <pc:cxnChg chg="add mod">
          <ac:chgData name="Christian Villanueva" userId="9367907e4847b616" providerId="LiveId" clId="{B198EFEB-DB61-4B34-927C-A5E2E76F4B26}" dt="2023-11-08T23:57:42.827" v="1492" actId="14100"/>
          <ac:cxnSpMkLst>
            <pc:docMk/>
            <pc:sldMk cId="725816632" sldId="275"/>
            <ac:cxnSpMk id="27" creationId="{3DA1B4B6-3B25-3CC0-78E0-AC1FB1653E26}"/>
          </ac:cxnSpMkLst>
        </pc:cxnChg>
        <pc:cxnChg chg="add mod">
          <ac:chgData name="Christian Villanueva" userId="9367907e4847b616" providerId="LiveId" clId="{B198EFEB-DB61-4B34-927C-A5E2E76F4B26}" dt="2023-11-08T23:57:52.296" v="1496" actId="14100"/>
          <ac:cxnSpMkLst>
            <pc:docMk/>
            <pc:sldMk cId="725816632" sldId="275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3:28.699" v="1661" actId="20577"/>
        <pc:sldMkLst>
          <pc:docMk/>
          <pc:sldMk cId="900127888" sldId="276"/>
        </pc:sldMkLst>
        <pc:spChg chg="del">
          <ac:chgData name="Christian Villanueva" userId="9367907e4847b616" providerId="LiveId" clId="{B198EFEB-DB61-4B34-927C-A5E2E76F4B26}" dt="2023-11-08T23:58:34.353" v="1525" actId="478"/>
          <ac:spMkLst>
            <pc:docMk/>
            <pc:sldMk cId="900127888" sldId="276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9T00:03:28.699" v="1661" actId="20577"/>
          <ac:spMkLst>
            <pc:docMk/>
            <pc:sldMk cId="900127888" sldId="276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8:42.003" v="1532" actId="478"/>
          <ac:spMkLst>
            <pc:docMk/>
            <pc:sldMk cId="900127888" sldId="276"/>
            <ac:spMk id="18" creationId="{059AE5CF-669A-4873-4897-A93E44470386}"/>
          </ac:spMkLst>
        </pc:spChg>
        <pc:spChg chg="del">
          <ac:chgData name="Christian Villanueva" userId="9367907e4847b616" providerId="LiveId" clId="{B198EFEB-DB61-4B34-927C-A5E2E76F4B26}" dt="2023-11-08T23:58:35.629" v="1526" actId="478"/>
          <ac:spMkLst>
            <pc:docMk/>
            <pc:sldMk cId="900127888" sldId="276"/>
            <ac:spMk id="22" creationId="{495EB525-EEEE-29E1-AD3D-DCB36C01C272}"/>
          </ac:spMkLst>
        </pc:spChg>
        <pc:spChg chg="del mod">
          <ac:chgData name="Christian Villanueva" userId="9367907e4847b616" providerId="LiveId" clId="{B198EFEB-DB61-4B34-927C-A5E2E76F4B26}" dt="2023-11-08T23:58:44.335" v="1535" actId="478"/>
          <ac:spMkLst>
            <pc:docMk/>
            <pc:sldMk cId="900127888" sldId="276"/>
            <ac:spMk id="26" creationId="{C09BEAFE-596D-A9F2-102B-64A54314209E}"/>
          </ac:spMkLst>
        </pc:spChg>
        <pc:spChg chg="del">
          <ac:chgData name="Christian Villanueva" userId="9367907e4847b616" providerId="LiveId" clId="{B198EFEB-DB61-4B34-927C-A5E2E76F4B26}" dt="2023-11-08T23:58:36.773" v="1527" actId="478"/>
          <ac:spMkLst>
            <pc:docMk/>
            <pc:sldMk cId="900127888" sldId="276"/>
            <ac:spMk id="32" creationId="{427068FB-19B2-4053-6F6A-039E913B117D}"/>
          </ac:spMkLst>
        </pc:spChg>
        <pc:picChg chg="del">
          <ac:chgData name="Christian Villanueva" userId="9367907e4847b616" providerId="LiveId" clId="{B198EFEB-DB61-4B34-927C-A5E2E76F4B26}" dt="2023-11-08T23:58:32.071" v="1523" actId="478"/>
          <ac:picMkLst>
            <pc:docMk/>
            <pc:sldMk cId="900127888" sldId="276"/>
            <ac:picMk id="4" creationId="{CF1F910E-1472-1EA9-E49C-066371E83543}"/>
          </ac:picMkLst>
        </pc:picChg>
        <pc:cxnChg chg="del">
          <ac:chgData name="Christian Villanueva" userId="9367907e4847b616" providerId="LiveId" clId="{B198EFEB-DB61-4B34-927C-A5E2E76F4B26}" dt="2023-11-08T23:58:33.231" v="1524" actId="478"/>
          <ac:cxnSpMkLst>
            <pc:docMk/>
            <pc:sldMk cId="900127888" sldId="276"/>
            <ac:cxnSpMk id="6" creationId="{C08F77BF-4AEB-809E-D7C7-C9C60A1C4E32}"/>
          </ac:cxnSpMkLst>
        </pc:cxnChg>
        <pc:cxnChg chg="del">
          <ac:chgData name="Christian Villanueva" userId="9367907e4847b616" providerId="LiveId" clId="{B198EFEB-DB61-4B34-927C-A5E2E76F4B26}" dt="2023-11-08T23:58:40.229" v="1531" actId="478"/>
          <ac:cxnSpMkLst>
            <pc:docMk/>
            <pc:sldMk cId="900127888" sldId="276"/>
            <ac:cxnSpMk id="13" creationId="{14C0BCB0-6E01-DE32-3711-8EBB670C6235}"/>
          </ac:cxnSpMkLst>
        </pc:cxnChg>
        <pc:cxnChg chg="del">
          <ac:chgData name="Christian Villanueva" userId="9367907e4847b616" providerId="LiveId" clId="{B198EFEB-DB61-4B34-927C-A5E2E76F4B26}" dt="2023-11-08T23:58:39.428" v="1530" actId="478"/>
          <ac:cxnSpMkLst>
            <pc:docMk/>
            <pc:sldMk cId="900127888" sldId="276"/>
            <ac:cxnSpMk id="19" creationId="{476B0E5D-C326-7946-BF65-2E14D4C1BFE8}"/>
          </ac:cxnSpMkLst>
        </pc:cxnChg>
        <pc:cxnChg chg="del">
          <ac:chgData name="Christian Villanueva" userId="9367907e4847b616" providerId="LiveId" clId="{B198EFEB-DB61-4B34-927C-A5E2E76F4B26}" dt="2023-11-08T23:58:42.535" v="1533" actId="478"/>
          <ac:cxnSpMkLst>
            <pc:docMk/>
            <pc:sldMk cId="900127888" sldId="276"/>
            <ac:cxnSpMk id="23" creationId="{3627D96E-5789-A359-E272-6FE92C348D8B}"/>
          </ac:cxnSpMkLst>
        </pc:cxnChg>
        <pc:cxnChg chg="del">
          <ac:chgData name="Christian Villanueva" userId="9367907e4847b616" providerId="LiveId" clId="{B198EFEB-DB61-4B34-927C-A5E2E76F4B26}" dt="2023-11-08T23:58:37.858" v="1528" actId="478"/>
          <ac:cxnSpMkLst>
            <pc:docMk/>
            <pc:sldMk cId="900127888" sldId="276"/>
            <ac:cxnSpMk id="27" creationId="{3DA1B4B6-3B25-3CC0-78E0-AC1FB1653E26}"/>
          </ac:cxnSpMkLst>
        </pc:cxnChg>
        <pc:cxnChg chg="del">
          <ac:chgData name="Christian Villanueva" userId="9367907e4847b616" providerId="LiveId" clId="{B198EFEB-DB61-4B34-927C-A5E2E76F4B26}" dt="2023-11-08T23:58:38.380" v="1529" actId="478"/>
          <ac:cxnSpMkLst>
            <pc:docMk/>
            <pc:sldMk cId="900127888" sldId="276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7:25.054" v="2228" actId="20577"/>
        <pc:sldMkLst>
          <pc:docMk/>
          <pc:sldMk cId="3397633289" sldId="277"/>
        </pc:sldMkLst>
        <pc:spChg chg="mod">
          <ac:chgData name="Christian Villanueva" userId="9367907e4847b616" providerId="LiveId" clId="{B198EFEB-DB61-4B34-927C-A5E2E76F4B26}" dt="2023-11-09T00:07:25.054" v="2228" actId="20577"/>
          <ac:spMkLst>
            <pc:docMk/>
            <pc:sldMk cId="3397633289" sldId="277"/>
            <ac:spMk id="9" creationId="{30D555CC-90BC-BE52-9BE3-30C735F83DFB}"/>
          </ac:spMkLst>
        </pc:spChg>
        <pc:spChg chg="del mod">
          <ac:chgData name="Christian Villanueva" userId="9367907e4847b616" providerId="LiveId" clId="{B198EFEB-DB61-4B34-927C-A5E2E76F4B26}" dt="2023-11-09T00:05:05.076" v="1673" actId="478"/>
          <ac:spMkLst>
            <pc:docMk/>
            <pc:sldMk cId="3397633289" sldId="277"/>
            <ac:spMk id="11" creationId="{C7E775B9-1E0B-C36E-039D-E221AF18DBF4}"/>
          </ac:spMkLst>
        </pc:sp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  <pc:docChgLst>
    <pc:chgData name="Christian Villanueva" userId="9367907e4847b616" providerId="LiveId" clId="{650E331E-A700-4623-BD67-75E801C4A1C6}"/>
    <pc:docChg chg="custSel addSld delSld modSld">
      <pc:chgData name="Christian Villanueva" userId="9367907e4847b616" providerId="LiveId" clId="{650E331E-A700-4623-BD67-75E801C4A1C6}" dt="2023-12-09T01:23:51.635" v="1598" actId="47"/>
      <pc:docMkLst>
        <pc:docMk/>
      </pc:docMkLst>
      <pc:sldChg chg="modSp mod">
        <pc:chgData name="Christian Villanueva" userId="9367907e4847b616" providerId="LiveId" clId="{650E331E-A700-4623-BD67-75E801C4A1C6}" dt="2023-12-09T01:06:16.712" v="43" actId="20577"/>
        <pc:sldMkLst>
          <pc:docMk/>
          <pc:sldMk cId="2517860399" sldId="256"/>
        </pc:sldMkLst>
        <pc:spChg chg="mod">
          <ac:chgData name="Christian Villanueva" userId="9367907e4847b616" providerId="LiveId" clId="{650E331E-A700-4623-BD67-75E801C4A1C6}" dt="2023-12-09T01:06:16.712" v="4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650E331E-A700-4623-BD67-75E801C4A1C6}" dt="2023-12-09T01:09:45.635" v="369" actId="20577"/>
        <pc:sldMkLst>
          <pc:docMk/>
          <pc:sldMk cId="1457034104" sldId="257"/>
        </pc:sldMkLst>
        <pc:spChg chg="mod">
          <ac:chgData name="Christian Villanueva" userId="9367907e4847b616" providerId="LiveId" clId="{650E331E-A700-4623-BD67-75E801C4A1C6}" dt="2023-12-09T01:09:45.635" v="369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650E331E-A700-4623-BD67-75E801C4A1C6}" dt="2023-12-09T01:09:02.541" v="212" actId="1076"/>
        <pc:sldMkLst>
          <pc:docMk/>
          <pc:sldMk cId="3805736252" sldId="273"/>
        </pc:sldMkLst>
        <pc:spChg chg="mod">
          <ac:chgData name="Christian Villanueva" userId="9367907e4847b616" providerId="LiveId" clId="{650E331E-A700-4623-BD67-75E801C4A1C6}" dt="2023-12-09T01:08:28.493" v="206" actId="20577"/>
          <ac:spMkLst>
            <pc:docMk/>
            <pc:sldMk cId="3805736252" sldId="273"/>
            <ac:spMk id="2" creationId="{86705015-20EE-35FE-01D6-B865C6688E52}"/>
          </ac:spMkLst>
        </pc:spChg>
        <pc:spChg chg="del">
          <ac:chgData name="Christian Villanueva" userId="9367907e4847b616" providerId="LiveId" clId="{650E331E-A700-4623-BD67-75E801C4A1C6}" dt="2023-12-09T01:08:57.507" v="209" actId="478"/>
          <ac:spMkLst>
            <pc:docMk/>
            <pc:sldMk cId="3805736252" sldId="273"/>
            <ac:spMk id="15" creationId="{A73C5E39-68D4-3B98-14AD-FC8753FA8D4E}"/>
          </ac:spMkLst>
        </pc:spChg>
        <pc:picChg chg="add mod">
          <ac:chgData name="Christian Villanueva" userId="9367907e4847b616" providerId="LiveId" clId="{650E331E-A700-4623-BD67-75E801C4A1C6}" dt="2023-12-09T01:09:02.541" v="212" actId="1076"/>
          <ac:picMkLst>
            <pc:docMk/>
            <pc:sldMk cId="3805736252" sldId="273"/>
            <ac:picMk id="5" creationId="{00AEBD0D-BF1F-6F47-0334-AA01A332CFE5}"/>
          </ac:picMkLst>
        </pc:picChg>
        <pc:picChg chg="del">
          <ac:chgData name="Christian Villanueva" userId="9367907e4847b616" providerId="LiveId" clId="{650E331E-A700-4623-BD67-75E801C4A1C6}" dt="2023-12-09T01:08:52.872" v="207" actId="478"/>
          <ac:picMkLst>
            <pc:docMk/>
            <pc:sldMk cId="3805736252" sldId="273"/>
            <ac:picMk id="7" creationId="{264CFE14-9F87-9E68-FEB0-84846AF9CD75}"/>
          </ac:picMkLst>
        </pc:picChg>
        <pc:picChg chg="del">
          <ac:chgData name="Christian Villanueva" userId="9367907e4847b616" providerId="LiveId" clId="{650E331E-A700-4623-BD67-75E801C4A1C6}" dt="2023-12-09T01:08:54.298" v="208" actId="478"/>
          <ac:picMkLst>
            <pc:docMk/>
            <pc:sldMk cId="3805736252" sldId="273"/>
            <ac:picMk id="9" creationId="{088445C0-D29A-6F54-487D-73829AB67590}"/>
          </ac:picMkLst>
        </pc:picChg>
        <pc:cxnChg chg="del">
          <ac:chgData name="Christian Villanueva" userId="9367907e4847b616" providerId="LiveId" clId="{650E331E-A700-4623-BD67-75E801C4A1C6}" dt="2023-12-09T01:08:57.507" v="209" actId="478"/>
          <ac:cxnSpMkLst>
            <pc:docMk/>
            <pc:sldMk cId="3805736252" sldId="273"/>
            <ac:cxnSpMk id="4" creationId="{FB1823CD-9973-FD99-BBF5-A913C6092F21}"/>
          </ac:cxnSpMkLst>
        </pc:cxnChg>
        <pc:cxnChg chg="del">
          <ac:chgData name="Christian Villanueva" userId="9367907e4847b616" providerId="LiveId" clId="{650E331E-A700-4623-BD67-75E801C4A1C6}" dt="2023-12-09T01:08:57.507" v="209" actId="478"/>
          <ac:cxnSpMkLst>
            <pc:docMk/>
            <pc:sldMk cId="3805736252" sldId="273"/>
            <ac:cxnSpMk id="6" creationId="{BFED4B44-0586-E6A2-EAEC-4F126C65D982}"/>
          </ac:cxnSpMkLst>
        </pc:cxnChg>
        <pc:cxnChg chg="del">
          <ac:chgData name="Christian Villanueva" userId="9367907e4847b616" providerId="LiveId" clId="{650E331E-A700-4623-BD67-75E801C4A1C6}" dt="2023-12-09T01:08:57.507" v="209" actId="478"/>
          <ac:cxnSpMkLst>
            <pc:docMk/>
            <pc:sldMk cId="3805736252" sldId="273"/>
            <ac:cxnSpMk id="13" creationId="{8810E0BE-1469-FE2C-62D0-6CD1FD86FCE0}"/>
          </ac:cxnSpMkLst>
        </pc:cxnChg>
      </pc:sldChg>
      <pc:sldChg chg="modSp mod">
        <pc:chgData name="Christian Villanueva" userId="9367907e4847b616" providerId="LiveId" clId="{650E331E-A700-4623-BD67-75E801C4A1C6}" dt="2023-12-09T01:12:55.924" v="751" actId="20577"/>
        <pc:sldMkLst>
          <pc:docMk/>
          <pc:sldMk cId="1730968163" sldId="274"/>
        </pc:sldMkLst>
        <pc:spChg chg="mod">
          <ac:chgData name="Christian Villanueva" userId="9367907e4847b616" providerId="LiveId" clId="{650E331E-A700-4623-BD67-75E801C4A1C6}" dt="2023-12-09T01:10:46.493" v="378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650E331E-A700-4623-BD67-75E801C4A1C6}" dt="2023-12-09T01:12:55.924" v="751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650E331E-A700-4623-BD67-75E801C4A1C6}" dt="2023-12-09T01:18:28.973" v="890" actId="403"/>
        <pc:sldMkLst>
          <pc:docMk/>
          <pc:sldMk cId="900127888" sldId="276"/>
        </pc:sldMkLst>
        <pc:spChg chg="mod">
          <ac:chgData name="Christian Villanueva" userId="9367907e4847b616" providerId="LiveId" clId="{650E331E-A700-4623-BD67-75E801C4A1C6}" dt="2023-12-09T01:16:56.137" v="774" actId="20577"/>
          <ac:spMkLst>
            <pc:docMk/>
            <pc:sldMk cId="900127888" sldId="276"/>
            <ac:spMk id="2" creationId="{86705015-20EE-35FE-01D6-B865C6688E52}"/>
          </ac:spMkLst>
        </pc:spChg>
        <pc:spChg chg="mod">
          <ac:chgData name="Christian Villanueva" userId="9367907e4847b616" providerId="LiveId" clId="{650E331E-A700-4623-BD67-75E801C4A1C6}" dt="2023-12-09T01:18:28.973" v="890" actId="403"/>
          <ac:spMkLst>
            <pc:docMk/>
            <pc:sldMk cId="900127888" sldId="276"/>
            <ac:spMk id="9" creationId="{30D555CC-90BC-BE52-9BE3-30C735F83DFB}"/>
          </ac:spMkLst>
        </pc:spChg>
      </pc:sldChg>
      <pc:sldChg chg="del">
        <pc:chgData name="Christian Villanueva" userId="9367907e4847b616" providerId="LiveId" clId="{650E331E-A700-4623-BD67-75E801C4A1C6}" dt="2023-12-09T01:23:49.617" v="1594" actId="47"/>
        <pc:sldMkLst>
          <pc:docMk/>
          <pc:sldMk cId="2966078865" sldId="277"/>
        </pc:sldMkLst>
      </pc:sldChg>
      <pc:sldChg chg="addSp delSp modSp mod">
        <pc:chgData name="Christian Villanueva" userId="9367907e4847b616" providerId="LiveId" clId="{650E331E-A700-4623-BD67-75E801C4A1C6}" dt="2023-12-09T01:14:00.226" v="767" actId="1076"/>
        <pc:sldMkLst>
          <pc:docMk/>
          <pc:sldMk cId="4252742030" sldId="282"/>
        </pc:sldMkLst>
        <pc:spChg chg="mod">
          <ac:chgData name="Christian Villanueva" userId="9367907e4847b616" providerId="LiveId" clId="{650E331E-A700-4623-BD67-75E801C4A1C6}" dt="2023-12-09T01:13:40.732" v="760" actId="20577"/>
          <ac:spMkLst>
            <pc:docMk/>
            <pc:sldMk cId="4252742030" sldId="282"/>
            <ac:spMk id="2" creationId="{86705015-20EE-35FE-01D6-B865C6688E52}"/>
          </ac:spMkLst>
        </pc:spChg>
        <pc:spChg chg="del mod">
          <ac:chgData name="Christian Villanueva" userId="9367907e4847b616" providerId="LiveId" clId="{650E331E-A700-4623-BD67-75E801C4A1C6}" dt="2023-12-09T01:13:48.176" v="762" actId="478"/>
          <ac:spMkLst>
            <pc:docMk/>
            <pc:sldMk cId="4252742030" sldId="282"/>
            <ac:spMk id="3" creationId="{01D8EAC6-B22C-71F3-4A0A-C98523B1A82F}"/>
          </ac:spMkLst>
        </pc:spChg>
        <pc:spChg chg="add del mod">
          <ac:chgData name="Christian Villanueva" userId="9367907e4847b616" providerId="LiveId" clId="{650E331E-A700-4623-BD67-75E801C4A1C6}" dt="2023-12-09T01:13:51.673" v="763" actId="478"/>
          <ac:spMkLst>
            <pc:docMk/>
            <pc:sldMk cId="4252742030" sldId="282"/>
            <ac:spMk id="6" creationId="{A56AAFCE-0127-53F6-30EA-C13B70B8F831}"/>
          </ac:spMkLst>
        </pc:spChg>
        <pc:picChg chg="del">
          <ac:chgData name="Christian Villanueva" userId="9367907e4847b616" providerId="LiveId" clId="{650E331E-A700-4623-BD67-75E801C4A1C6}" dt="2023-12-09T01:13:55.529" v="764" actId="478"/>
          <ac:picMkLst>
            <pc:docMk/>
            <pc:sldMk cId="4252742030" sldId="282"/>
            <ac:picMk id="5" creationId="{834E5673-0D04-288C-F1BD-F9B5B17A09C5}"/>
          </ac:picMkLst>
        </pc:picChg>
        <pc:picChg chg="add mod">
          <ac:chgData name="Christian Villanueva" userId="9367907e4847b616" providerId="LiveId" clId="{650E331E-A700-4623-BD67-75E801C4A1C6}" dt="2023-12-09T01:14:00.226" v="767" actId="1076"/>
          <ac:picMkLst>
            <pc:docMk/>
            <pc:sldMk cId="4252742030" sldId="282"/>
            <ac:picMk id="9" creationId="{E69391E4-F8E6-869D-82E2-B03D1290102F}"/>
          </ac:picMkLst>
        </pc:picChg>
      </pc:sldChg>
      <pc:sldChg chg="addSp modSp mod">
        <pc:chgData name="Christian Villanueva" userId="9367907e4847b616" providerId="LiveId" clId="{650E331E-A700-4623-BD67-75E801C4A1C6}" dt="2023-12-09T01:21:47.855" v="1228" actId="14100"/>
        <pc:sldMkLst>
          <pc:docMk/>
          <pc:sldMk cId="1852912204" sldId="283"/>
        </pc:sldMkLst>
        <pc:spChg chg="mod">
          <ac:chgData name="Christian Villanueva" userId="9367907e4847b616" providerId="LiveId" clId="{650E331E-A700-4623-BD67-75E801C4A1C6}" dt="2023-12-09T01:18:50.422" v="902" actId="20577"/>
          <ac:spMkLst>
            <pc:docMk/>
            <pc:sldMk cId="1852912204" sldId="283"/>
            <ac:spMk id="2" creationId="{86705015-20EE-35FE-01D6-B865C6688E52}"/>
          </ac:spMkLst>
        </pc:spChg>
        <pc:spChg chg="mod">
          <ac:chgData name="Christian Villanueva" userId="9367907e4847b616" providerId="LiveId" clId="{650E331E-A700-4623-BD67-75E801C4A1C6}" dt="2023-12-09T01:21:38.781" v="1225" actId="20577"/>
          <ac:spMkLst>
            <pc:docMk/>
            <pc:sldMk cId="1852912204" sldId="283"/>
            <ac:spMk id="9" creationId="{30D555CC-90BC-BE52-9BE3-30C735F83DFB}"/>
          </ac:spMkLst>
        </pc:spChg>
        <pc:picChg chg="add mod">
          <ac:chgData name="Christian Villanueva" userId="9367907e4847b616" providerId="LiveId" clId="{650E331E-A700-4623-BD67-75E801C4A1C6}" dt="2023-12-09T01:21:47.855" v="1228" actId="14100"/>
          <ac:picMkLst>
            <pc:docMk/>
            <pc:sldMk cId="1852912204" sldId="283"/>
            <ac:picMk id="4" creationId="{25E41957-C13B-F548-F1E8-011B83D3B276}"/>
          </ac:picMkLst>
        </pc:picChg>
      </pc:sldChg>
      <pc:sldChg chg="del">
        <pc:chgData name="Christian Villanueva" userId="9367907e4847b616" providerId="LiveId" clId="{650E331E-A700-4623-BD67-75E801C4A1C6}" dt="2023-12-09T01:23:48.194" v="1593" actId="47"/>
        <pc:sldMkLst>
          <pc:docMk/>
          <pc:sldMk cId="3093019178" sldId="284"/>
        </pc:sldMkLst>
      </pc:sldChg>
      <pc:sldChg chg="del">
        <pc:chgData name="Christian Villanueva" userId="9367907e4847b616" providerId="LiveId" clId="{650E331E-A700-4623-BD67-75E801C4A1C6}" dt="2023-12-09T01:23:50.109" v="1595" actId="47"/>
        <pc:sldMkLst>
          <pc:docMk/>
          <pc:sldMk cId="1322830626" sldId="285"/>
        </pc:sldMkLst>
      </pc:sldChg>
      <pc:sldChg chg="del">
        <pc:chgData name="Christian Villanueva" userId="9367907e4847b616" providerId="LiveId" clId="{650E331E-A700-4623-BD67-75E801C4A1C6}" dt="2023-12-09T01:23:50.533" v="1596" actId="47"/>
        <pc:sldMkLst>
          <pc:docMk/>
          <pc:sldMk cId="3331389868" sldId="286"/>
        </pc:sldMkLst>
      </pc:sldChg>
      <pc:sldChg chg="del">
        <pc:chgData name="Christian Villanueva" userId="9367907e4847b616" providerId="LiveId" clId="{650E331E-A700-4623-BD67-75E801C4A1C6}" dt="2023-12-09T01:23:50.950" v="1597" actId="47"/>
        <pc:sldMkLst>
          <pc:docMk/>
          <pc:sldMk cId="2972805099" sldId="287"/>
        </pc:sldMkLst>
      </pc:sldChg>
      <pc:sldChg chg="del">
        <pc:chgData name="Christian Villanueva" userId="9367907e4847b616" providerId="LiveId" clId="{650E331E-A700-4623-BD67-75E801C4A1C6}" dt="2023-12-09T01:23:51.635" v="1598" actId="47"/>
        <pc:sldMkLst>
          <pc:docMk/>
          <pc:sldMk cId="1764540550" sldId="288"/>
        </pc:sldMkLst>
      </pc:sldChg>
      <pc:sldChg chg="delSp modSp add mod">
        <pc:chgData name="Christian Villanueva" userId="9367907e4847b616" providerId="LiveId" clId="{650E331E-A700-4623-BD67-75E801C4A1C6}" dt="2023-12-09T01:23:45.022" v="1592" actId="403"/>
        <pc:sldMkLst>
          <pc:docMk/>
          <pc:sldMk cId="353108808" sldId="289"/>
        </pc:sldMkLst>
        <pc:spChg chg="mod">
          <ac:chgData name="Christian Villanueva" userId="9367907e4847b616" providerId="LiveId" clId="{650E331E-A700-4623-BD67-75E801C4A1C6}" dt="2023-12-09T01:23:45.022" v="1592" actId="403"/>
          <ac:spMkLst>
            <pc:docMk/>
            <pc:sldMk cId="353108808" sldId="289"/>
            <ac:spMk id="9" creationId="{30D555CC-90BC-BE52-9BE3-30C735F83DFB}"/>
          </ac:spMkLst>
        </pc:spChg>
        <pc:picChg chg="del">
          <ac:chgData name="Christian Villanueva" userId="9367907e4847b616" providerId="LiveId" clId="{650E331E-A700-4623-BD67-75E801C4A1C6}" dt="2023-12-09T01:22:06.647" v="1230" actId="478"/>
          <ac:picMkLst>
            <pc:docMk/>
            <pc:sldMk cId="353108808" sldId="289"/>
            <ac:picMk id="4" creationId="{25E41957-C13B-F548-F1E8-011B83D3B27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10/5/2024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K-</a:t>
            </a:r>
            <a:r>
              <a:rPr lang="es-SV" dirty="0" err="1">
                <a:solidFill>
                  <a:srgbClr val="FFFFFF"/>
                </a:solidFill>
              </a:rPr>
              <a:t>means</a:t>
            </a:r>
            <a:r>
              <a:rPr lang="es-SV" dirty="0">
                <a:solidFill>
                  <a:srgbClr val="FFFFFF"/>
                </a:solidFill>
              </a:rPr>
              <a:t> </a:t>
            </a:r>
            <a:r>
              <a:rPr lang="es-SV" dirty="0" err="1">
                <a:solidFill>
                  <a:srgbClr val="FFFFFF"/>
                </a:solidFill>
              </a:rPr>
              <a:t>Clustering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Definición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K-</a:t>
            </a:r>
            <a:r>
              <a:rPr lang="es-SV" sz="2000" dirty="0" err="1"/>
              <a:t>means</a:t>
            </a:r>
            <a:r>
              <a:rPr lang="es-SV" sz="2000" dirty="0"/>
              <a:t> </a:t>
            </a:r>
            <a:r>
              <a:rPr lang="es-SV" sz="2000" dirty="0" err="1"/>
              <a:t>clustering</a:t>
            </a:r>
            <a:r>
              <a:rPr lang="es-SV" sz="2000" dirty="0"/>
              <a:t> es un método que lo que busca son “</a:t>
            </a:r>
            <a:r>
              <a:rPr lang="es-SV" sz="2000" dirty="0" err="1"/>
              <a:t>clusters</a:t>
            </a:r>
            <a:r>
              <a:rPr lang="es-SV" sz="2000" dirty="0"/>
              <a:t>” y sus respectivos centros en un set de datos sin “etiquetas”. En otras palabras, lo que se busca es el “centroide” y se agrupan en ellos los elementos que tengan más cosas en común.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 err="1">
                <a:solidFill>
                  <a:srgbClr val="FFFFFF"/>
                </a:solidFill>
              </a:rPr>
              <a:t>Clusters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EBD0D-BF1F-6F47-0334-AA01A332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95" y="2449722"/>
            <a:ext cx="9319340" cy="347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Algoritmo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457200" indent="-457200" algn="just">
              <a:buAutoNum type="arabicPeriod"/>
            </a:pPr>
            <a:r>
              <a:rPr lang="es-SV" sz="2000" dirty="0"/>
              <a:t>Primero definimos la cantidad de grupos que queremos crear (K)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Iniciamos los centroides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Asignamos cada punto al centroide más cercano.</a:t>
            </a:r>
          </a:p>
          <a:p>
            <a:pPr marL="457200" indent="-457200" algn="just">
              <a:buAutoNum type="arabicPeriod"/>
            </a:pPr>
            <a:r>
              <a:rPr lang="es-SV" sz="2000" dirty="0"/>
              <a:t>Actualizamos el centroide al actualizar el promedio del </a:t>
            </a:r>
            <a:r>
              <a:rPr lang="es-SV" sz="2000" dirty="0" err="1"/>
              <a:t>cluster</a:t>
            </a:r>
            <a:r>
              <a:rPr lang="es-SV" sz="2000" dirty="0"/>
              <a:t>.</a:t>
            </a:r>
          </a:p>
          <a:p>
            <a:pPr marL="914400" lvl="1" indent="-457200" algn="just">
              <a:buAutoNum type="arabicPeriod"/>
            </a:pPr>
            <a:r>
              <a:rPr lang="es-SV" sz="1600" dirty="0"/>
              <a:t>Repetimos pasos 3 y 4 hasta cuando no veamos un cambio significativo en los centroides observados.</a:t>
            </a:r>
          </a:p>
          <a:p>
            <a:pPr marL="0" indent="0" algn="just">
              <a:buNone/>
            </a:pPr>
            <a:endParaRPr lang="es-SV" sz="2000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Algoritmo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9391E4-F8E6-869D-82E2-B03D12901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27898"/>
            <a:ext cx="7563063" cy="4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74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Ejemplo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Supongamos</a:t>
            </a:r>
            <a:r>
              <a:rPr lang="en-US" sz="3600" dirty="0"/>
              <a:t> que temenos </a:t>
            </a:r>
            <a:r>
              <a:rPr lang="en-US" sz="3600" dirty="0" err="1"/>
              <a:t>los</a:t>
            </a:r>
            <a:r>
              <a:rPr lang="en-US" sz="3600" dirty="0"/>
              <a:t> </a:t>
            </a:r>
            <a:r>
              <a:rPr lang="en-US" sz="3600" dirty="0" err="1"/>
              <a:t>siguientes</a:t>
            </a:r>
            <a:r>
              <a:rPr lang="en-US" sz="3600" dirty="0"/>
              <a:t> puntos: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 err="1"/>
              <a:t>Escojamos</a:t>
            </a:r>
            <a:r>
              <a:rPr lang="en-US" sz="3600" dirty="0"/>
              <a:t> K =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BC4D21-397E-5934-ECE8-03F683CDC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162386"/>
              </p:ext>
            </p:extLst>
          </p:nvPr>
        </p:nvGraphicFramePr>
        <p:xfrm>
          <a:off x="5181599" y="2789238"/>
          <a:ext cx="4643535" cy="30403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547845">
                  <a:extLst>
                    <a:ext uri="{9D8B030D-6E8A-4147-A177-3AD203B41FA5}">
                      <a16:colId xmlns:a16="http://schemas.microsoft.com/office/drawing/2014/main" val="2190603819"/>
                    </a:ext>
                  </a:extLst>
                </a:gridCol>
                <a:gridCol w="1547845">
                  <a:extLst>
                    <a:ext uri="{9D8B030D-6E8A-4147-A177-3AD203B41FA5}">
                      <a16:colId xmlns:a16="http://schemas.microsoft.com/office/drawing/2014/main" val="1733523302"/>
                    </a:ext>
                  </a:extLst>
                </a:gridCol>
                <a:gridCol w="1547845">
                  <a:extLst>
                    <a:ext uri="{9D8B030D-6E8A-4147-A177-3AD203B41FA5}">
                      <a16:colId xmlns:a16="http://schemas.microsoft.com/office/drawing/2014/main" val="587727428"/>
                    </a:ext>
                  </a:extLst>
                </a:gridCol>
              </a:tblGrid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Puntos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X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Y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52801438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A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9965410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B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9172405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C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77356913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D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587956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7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06462368"/>
                  </a:ext>
                </a:extLst>
              </a:tr>
              <a:tr h="3946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F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>
                          <a:effectLst/>
                        </a:rPr>
                        <a:t>9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u="none" strike="noStrike" dirty="0">
                          <a:effectLst/>
                        </a:rPr>
                        <a:t>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495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12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Asumimos que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K-means clustering </a:t>
            </a:r>
            <a:r>
              <a:rPr lang="en-US" sz="2000" dirty="0" err="1"/>
              <a:t>está</a:t>
            </a:r>
            <a:r>
              <a:rPr lang="en-US" sz="2000" dirty="0"/>
              <a:t> </a:t>
            </a:r>
            <a:r>
              <a:rPr lang="en-US" sz="2000" dirty="0" err="1"/>
              <a:t>limitado</a:t>
            </a:r>
            <a:r>
              <a:rPr lang="en-US" sz="2000" dirty="0"/>
              <a:t> a </a:t>
            </a:r>
            <a:r>
              <a:rPr lang="en-US" sz="2000" dirty="0" err="1"/>
              <a:t>límites</a:t>
            </a:r>
            <a:r>
              <a:rPr lang="en-US" sz="2000" dirty="0"/>
              <a:t> de cluster </a:t>
            </a:r>
            <a:r>
              <a:rPr lang="en-US" sz="2000" dirty="0" err="1"/>
              <a:t>lineales</a:t>
            </a:r>
            <a:r>
              <a:rPr lang="en-US" sz="2000" dirty="0"/>
              <a:t>. </a:t>
            </a:r>
            <a:r>
              <a:rPr lang="en-US" sz="2000" dirty="0" err="1"/>
              <a:t>Esto</a:t>
            </a:r>
            <a:r>
              <a:rPr lang="en-US" sz="2000" dirty="0"/>
              <a:t> </a:t>
            </a:r>
            <a:r>
              <a:rPr lang="en-US" sz="2000" dirty="0" err="1"/>
              <a:t>quiere</a:t>
            </a:r>
            <a:r>
              <a:rPr lang="en-US" sz="2000" dirty="0"/>
              <a:t> </a:t>
            </a:r>
            <a:r>
              <a:rPr lang="en-US" sz="2000" dirty="0" err="1"/>
              <a:t>decir</a:t>
            </a:r>
            <a:r>
              <a:rPr lang="en-US" sz="2000" dirty="0"/>
              <a:t> que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modelo</a:t>
            </a:r>
            <a:r>
              <a:rPr lang="en-US" sz="2000" dirty="0"/>
              <a:t> </a:t>
            </a:r>
            <a:r>
              <a:rPr lang="en-US" sz="2000" dirty="0" err="1"/>
              <a:t>siempre</a:t>
            </a:r>
            <a:r>
              <a:rPr lang="en-US" sz="2000" dirty="0"/>
              <a:t> </a:t>
            </a:r>
            <a:r>
              <a:rPr lang="en-US" sz="2000" dirty="0" err="1"/>
              <a:t>será</a:t>
            </a:r>
            <a:r>
              <a:rPr lang="en-US" sz="2000" dirty="0"/>
              <a:t> poco </a:t>
            </a:r>
            <a:r>
              <a:rPr lang="en-US" sz="2000" dirty="0" err="1"/>
              <a:t>efectivo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</a:t>
            </a:r>
            <a:r>
              <a:rPr lang="en-US" sz="2000" dirty="0" err="1"/>
              <a:t>existan</a:t>
            </a:r>
            <a:r>
              <a:rPr lang="en-US" sz="2000" dirty="0"/>
              <a:t> </a:t>
            </a:r>
            <a:r>
              <a:rPr lang="en-US" sz="2000" dirty="0" err="1"/>
              <a:t>formas</a:t>
            </a:r>
            <a:r>
              <a:rPr lang="en-US" sz="2000" dirty="0"/>
              <a:t> </a:t>
            </a:r>
            <a:r>
              <a:rPr lang="en-US" sz="2000" dirty="0" err="1"/>
              <a:t>geométricas</a:t>
            </a:r>
            <a:r>
              <a:rPr lang="en-US" sz="2000" dirty="0"/>
              <a:t> </a:t>
            </a:r>
            <a:r>
              <a:rPr lang="en-US" sz="2000" dirty="0" err="1"/>
              <a:t>complicadas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E41957-C13B-F548-F1E8-011B83D3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49" y="2934401"/>
            <a:ext cx="7395908" cy="290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Asumimos que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555CC-90BC-BE52-9BE3-30C735F83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2. </a:t>
            </a:r>
            <a:r>
              <a:rPr lang="en-US" sz="3200" dirty="0" err="1"/>
              <a:t>Todos</a:t>
            </a:r>
            <a:r>
              <a:rPr lang="en-US" sz="3200" dirty="0"/>
              <a:t> </a:t>
            </a:r>
            <a:r>
              <a:rPr lang="en-US" sz="3200" dirty="0" err="1"/>
              <a:t>los</a:t>
            </a:r>
            <a:r>
              <a:rPr lang="en-US" sz="3200" dirty="0"/>
              <a:t> clusters son del </a:t>
            </a:r>
            <a:r>
              <a:rPr lang="en-US" sz="3200" dirty="0" err="1"/>
              <a:t>mismo</a:t>
            </a:r>
            <a:r>
              <a:rPr lang="en-US" sz="3200" dirty="0"/>
              <a:t> </a:t>
            </a:r>
            <a:r>
              <a:rPr lang="en-US" sz="3200" dirty="0" err="1"/>
              <a:t>tamaño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3. Los puntos </a:t>
            </a:r>
            <a:r>
              <a:rPr lang="en-US" sz="3200" dirty="0" err="1"/>
              <a:t>tienen</a:t>
            </a:r>
            <a:r>
              <a:rPr lang="en-US" sz="3200" dirty="0"/>
              <a:t> la </a:t>
            </a:r>
            <a:r>
              <a:rPr lang="en-US" sz="3200" dirty="0" err="1"/>
              <a:t>misma</a:t>
            </a:r>
            <a:r>
              <a:rPr lang="en-US" sz="3200" dirty="0"/>
              <a:t> </a:t>
            </a:r>
            <a:r>
              <a:rPr lang="en-US" sz="3200" dirty="0" err="1"/>
              <a:t>extensión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cada</a:t>
            </a:r>
            <a:r>
              <a:rPr lang="en-US" sz="3200" dirty="0"/>
              <a:t> </a:t>
            </a:r>
            <a:r>
              <a:rPr lang="en-US" sz="3200" dirty="0" err="1"/>
              <a:t>dirección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4. Los clusters </a:t>
            </a:r>
            <a:r>
              <a:rPr lang="en-US" sz="3200" dirty="0" err="1"/>
              <a:t>tienen</a:t>
            </a:r>
            <a:r>
              <a:rPr lang="en-US" sz="3200" dirty="0"/>
              <a:t> </a:t>
            </a:r>
            <a:r>
              <a:rPr lang="en-US" sz="3200" dirty="0" err="1"/>
              <a:t>casi</a:t>
            </a:r>
            <a:r>
              <a:rPr lang="en-US" sz="3200" dirty="0"/>
              <a:t> la </a:t>
            </a:r>
            <a:r>
              <a:rPr lang="en-US" sz="3200" dirty="0" err="1"/>
              <a:t>misma</a:t>
            </a:r>
            <a:r>
              <a:rPr lang="en-US" sz="3200" dirty="0"/>
              <a:t> </a:t>
            </a:r>
            <a:r>
              <a:rPr lang="en-US" sz="3200" dirty="0" err="1"/>
              <a:t>cantidad</a:t>
            </a:r>
            <a:r>
              <a:rPr lang="en-US" sz="3200" dirty="0"/>
              <a:t> de puntos </a:t>
            </a:r>
            <a:r>
              <a:rPr lang="en-US" sz="3200" dirty="0" err="1"/>
              <a:t>asignadas</a:t>
            </a:r>
            <a:r>
              <a:rPr lang="en-US" sz="3200" dirty="0"/>
              <a:t>.</a:t>
            </a:r>
          </a:p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0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6143</TotalTime>
  <Words>207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Narrow</vt:lpstr>
      <vt:lpstr>Arial</vt:lpstr>
      <vt:lpstr>Calibri</vt:lpstr>
      <vt:lpstr>Calibri Light</vt:lpstr>
      <vt:lpstr>Office Theme</vt:lpstr>
      <vt:lpstr>K-means Clustering</vt:lpstr>
      <vt:lpstr>Definición</vt:lpstr>
      <vt:lpstr>Clusters</vt:lpstr>
      <vt:lpstr>Algoritmo</vt:lpstr>
      <vt:lpstr>Algoritmo</vt:lpstr>
      <vt:lpstr>Ejemplo</vt:lpstr>
      <vt:lpstr>Asumimos que</vt:lpstr>
      <vt:lpstr>Asumimos 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2024-10-05T13:30:29Z</dcterms:modified>
</cp:coreProperties>
</file>