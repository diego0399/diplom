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8ED1E-FF81-4959-9623-5883F45C8300}" v="24" dt="2023-12-02T13:53:34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2BA8ED1E-FF81-4959-9623-5883F45C8300}"/>
    <pc:docChg chg="custSel addSld delSld modSld">
      <pc:chgData name="Christian Villanueva" userId="9367907e4847b616" providerId="LiveId" clId="{2BA8ED1E-FF81-4959-9623-5883F45C8300}" dt="2023-12-02T13:54:11.132" v="2612" actId="20577"/>
      <pc:docMkLst>
        <pc:docMk/>
      </pc:docMkLst>
      <pc:sldChg chg="modSp mod">
        <pc:chgData name="Christian Villanueva" userId="9367907e4847b616" providerId="LiveId" clId="{2BA8ED1E-FF81-4959-9623-5883F45C8300}" dt="2023-11-29T04:24:43.237" v="22" actId="20577"/>
        <pc:sldMkLst>
          <pc:docMk/>
          <pc:sldMk cId="2517860399" sldId="256"/>
        </pc:sldMkLst>
        <pc:spChg chg="mod">
          <ac:chgData name="Christian Villanueva" userId="9367907e4847b616" providerId="LiveId" clId="{2BA8ED1E-FF81-4959-9623-5883F45C8300}" dt="2023-11-29T04:24:43.237" v="2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2BA8ED1E-FF81-4959-9623-5883F45C8300}" dt="2023-11-29T04:33:32.316" v="598" actId="404"/>
        <pc:sldMkLst>
          <pc:docMk/>
          <pc:sldMk cId="1457034104" sldId="257"/>
        </pc:sldMkLst>
        <pc:spChg chg="mod">
          <ac:chgData name="Christian Villanueva" userId="9367907e4847b616" providerId="LiveId" clId="{2BA8ED1E-FF81-4959-9623-5883F45C8300}" dt="2023-11-29T04:24:55.590" v="32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2BA8ED1E-FF81-4959-9623-5883F45C8300}" dt="2023-11-29T04:29:01.529" v="575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2BA8ED1E-FF81-4959-9623-5883F45C8300}" dt="2023-11-29T04:25:00.386" v="34" actId="478"/>
          <ac:spMkLst>
            <pc:docMk/>
            <pc:sldMk cId="1457034104" sldId="257"/>
            <ac:spMk id="4" creationId="{C490B56F-0869-68C2-0B09-2AFEFD5456AE}"/>
          </ac:spMkLst>
        </pc:spChg>
        <pc:spChg chg="add mod">
          <ac:chgData name="Christian Villanueva" userId="9367907e4847b616" providerId="LiveId" clId="{2BA8ED1E-FF81-4959-9623-5883F45C8300}" dt="2023-11-29T04:33:32.316" v="598" actId="404"/>
          <ac:spMkLst>
            <pc:docMk/>
            <pc:sldMk cId="1457034104" sldId="257"/>
            <ac:spMk id="6" creationId="{5E509034-9FF3-3DE7-7229-0189A79312E2}"/>
          </ac:spMkLst>
        </pc:spChg>
        <pc:picChg chg="add mod">
          <ac:chgData name="Christian Villanueva" userId="9367907e4847b616" providerId="LiveId" clId="{2BA8ED1E-FF81-4959-9623-5883F45C8300}" dt="2023-11-29T04:33:07.092" v="580" actId="1076"/>
          <ac:picMkLst>
            <pc:docMk/>
            <pc:sldMk cId="1457034104" sldId="257"/>
            <ac:picMk id="5" creationId="{C2B70BC8-9ABF-D702-ADB7-9F00E7774677}"/>
          </ac:picMkLst>
        </pc:picChg>
        <pc:picChg chg="del">
          <ac:chgData name="Christian Villanueva" userId="9367907e4847b616" providerId="LiveId" clId="{2BA8ED1E-FF81-4959-9623-5883F45C8300}" dt="2023-11-29T04:24:57.644" v="33" actId="478"/>
          <ac:picMkLst>
            <pc:docMk/>
            <pc:sldMk cId="1457034104" sldId="257"/>
            <ac:picMk id="1026" creationId="{C5A4EE8F-3212-CEA5-FED9-E809C30E0E2A}"/>
          </ac:picMkLst>
        </pc:picChg>
      </pc:sldChg>
      <pc:sldChg chg="del">
        <pc:chgData name="Christian Villanueva" userId="9367907e4847b616" providerId="LiveId" clId="{2BA8ED1E-FF81-4959-9623-5883F45C8300}" dt="2023-11-29T04:44:00.010" v="1406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2BA8ED1E-FF81-4959-9623-5883F45C8300}" dt="2023-11-29T04:43:59.388" v="1405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2BA8ED1E-FF81-4959-9623-5883F45C8300}" dt="2023-11-29T04:44:00.563" v="1407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2BA8ED1E-FF81-4959-9623-5883F45C8300}" dt="2023-11-29T04:44:01.266" v="1408" actId="47"/>
        <pc:sldMkLst>
          <pc:docMk/>
          <pc:sldMk cId="3144789543" sldId="273"/>
        </pc:sldMkLst>
      </pc:sldChg>
      <pc:sldChg chg="del">
        <pc:chgData name="Christian Villanueva" userId="9367907e4847b616" providerId="LiveId" clId="{2BA8ED1E-FF81-4959-9623-5883F45C8300}" dt="2023-11-29T04:44:02.287" v="1409" actId="47"/>
        <pc:sldMkLst>
          <pc:docMk/>
          <pc:sldMk cId="2677616816" sldId="274"/>
        </pc:sldMkLst>
      </pc:sldChg>
      <pc:sldChg chg="modSp add mod">
        <pc:chgData name="Christian Villanueva" userId="9367907e4847b616" providerId="LiveId" clId="{2BA8ED1E-FF81-4959-9623-5883F45C8300}" dt="2023-11-29T04:40:52.847" v="1404" actId="20577"/>
        <pc:sldMkLst>
          <pc:docMk/>
          <pc:sldMk cId="1933072794" sldId="275"/>
        </pc:sldMkLst>
        <pc:spChg chg="mod">
          <ac:chgData name="Christian Villanueva" userId="9367907e4847b616" providerId="LiveId" clId="{2BA8ED1E-FF81-4959-9623-5883F45C8300}" dt="2023-11-29T04:35:01.014" v="611" actId="20577"/>
          <ac:spMkLst>
            <pc:docMk/>
            <pc:sldMk cId="1933072794" sldId="275"/>
            <ac:spMk id="2" creationId="{86705015-20EE-35FE-01D6-B865C6688E52}"/>
          </ac:spMkLst>
        </pc:spChg>
        <pc:spChg chg="mod">
          <ac:chgData name="Christian Villanueva" userId="9367907e4847b616" providerId="LiveId" clId="{2BA8ED1E-FF81-4959-9623-5883F45C8300}" dt="2023-11-29T04:40:52.847" v="1404" actId="20577"/>
          <ac:spMkLst>
            <pc:docMk/>
            <pc:sldMk cId="1933072794" sldId="275"/>
            <ac:spMk id="3" creationId="{01D8EAC6-B22C-71F3-4A0A-C98523B1A82F}"/>
          </ac:spMkLst>
        </pc:spChg>
        <pc:spChg chg="mod">
          <ac:chgData name="Christian Villanueva" userId="9367907e4847b616" providerId="LiveId" clId="{2BA8ED1E-FF81-4959-9623-5883F45C8300}" dt="2023-11-29T04:35:23.529" v="617" actId="1076"/>
          <ac:spMkLst>
            <pc:docMk/>
            <pc:sldMk cId="1933072794" sldId="275"/>
            <ac:spMk id="6" creationId="{5E509034-9FF3-3DE7-7229-0189A79312E2}"/>
          </ac:spMkLst>
        </pc:spChg>
        <pc:picChg chg="mod">
          <ac:chgData name="Christian Villanueva" userId="9367907e4847b616" providerId="LiveId" clId="{2BA8ED1E-FF81-4959-9623-5883F45C8300}" dt="2023-11-29T04:35:20.095" v="616" actId="14100"/>
          <ac:picMkLst>
            <pc:docMk/>
            <pc:sldMk cId="1933072794" sldId="275"/>
            <ac:picMk id="5" creationId="{C2B70BC8-9ABF-D702-ADB7-9F00E7774677}"/>
          </ac:picMkLst>
        </pc:picChg>
      </pc:sldChg>
      <pc:sldChg chg="addSp delSp modSp add mod">
        <pc:chgData name="Christian Villanueva" userId="9367907e4847b616" providerId="LiveId" clId="{2BA8ED1E-FF81-4959-9623-5883F45C8300}" dt="2023-12-02T01:26:41.699" v="1806" actId="113"/>
        <pc:sldMkLst>
          <pc:docMk/>
          <pc:sldMk cId="3606141165" sldId="276"/>
        </pc:sldMkLst>
        <pc:spChg chg="mod">
          <ac:chgData name="Christian Villanueva" userId="9367907e4847b616" providerId="LiveId" clId="{2BA8ED1E-FF81-4959-9623-5883F45C8300}" dt="2023-12-02T01:18:21.999" v="1430" actId="20577"/>
          <ac:spMkLst>
            <pc:docMk/>
            <pc:sldMk cId="3606141165" sldId="276"/>
            <ac:spMk id="2" creationId="{86705015-20EE-35FE-01D6-B865C6688E52}"/>
          </ac:spMkLst>
        </pc:spChg>
        <pc:spChg chg="mod">
          <ac:chgData name="Christian Villanueva" userId="9367907e4847b616" providerId="LiveId" clId="{2BA8ED1E-FF81-4959-9623-5883F45C8300}" dt="2023-12-02T01:26:41.699" v="1806" actId="113"/>
          <ac:spMkLst>
            <pc:docMk/>
            <pc:sldMk cId="3606141165" sldId="276"/>
            <ac:spMk id="3" creationId="{01D8EAC6-B22C-71F3-4A0A-C98523B1A82F}"/>
          </ac:spMkLst>
        </pc:spChg>
        <pc:spChg chg="add mod">
          <ac:chgData name="Christian Villanueva" userId="9367907e4847b616" providerId="LiveId" clId="{2BA8ED1E-FF81-4959-9623-5883F45C8300}" dt="2023-12-02T01:24:43.526" v="1789" actId="14100"/>
          <ac:spMkLst>
            <pc:docMk/>
            <pc:sldMk cId="3606141165" sldId="276"/>
            <ac:spMk id="4" creationId="{31227705-DCB3-1609-6429-DC669AB3F9C7}"/>
          </ac:spMkLst>
        </pc:spChg>
        <pc:spChg chg="del">
          <ac:chgData name="Christian Villanueva" userId="9367907e4847b616" providerId="LiveId" clId="{2BA8ED1E-FF81-4959-9623-5883F45C8300}" dt="2023-12-02T01:18:06.865" v="1419" actId="478"/>
          <ac:spMkLst>
            <pc:docMk/>
            <pc:sldMk cId="3606141165" sldId="276"/>
            <ac:spMk id="6" creationId="{5E509034-9FF3-3DE7-7229-0189A79312E2}"/>
          </ac:spMkLst>
        </pc:spChg>
        <pc:spChg chg="add">
          <ac:chgData name="Christian Villanueva" userId="9367907e4847b616" providerId="LiveId" clId="{2BA8ED1E-FF81-4959-9623-5883F45C8300}" dt="2023-12-02T01:26:16.940" v="1791" actId="11529"/>
          <ac:spMkLst>
            <pc:docMk/>
            <pc:sldMk cId="3606141165" sldId="276"/>
            <ac:spMk id="7" creationId="{9E925D6B-841F-6F46-ED42-416F655A65B6}"/>
          </ac:spMkLst>
        </pc:spChg>
        <pc:spChg chg="add mod">
          <ac:chgData name="Christian Villanueva" userId="9367907e4847b616" providerId="LiveId" clId="{2BA8ED1E-FF81-4959-9623-5883F45C8300}" dt="2023-12-02T01:26:29.069" v="1804" actId="113"/>
          <ac:spMkLst>
            <pc:docMk/>
            <pc:sldMk cId="3606141165" sldId="276"/>
            <ac:spMk id="9" creationId="{5B42453A-7539-70F3-69C9-8B9794853E7F}"/>
          </ac:spMkLst>
        </pc:spChg>
        <pc:picChg chg="del">
          <ac:chgData name="Christian Villanueva" userId="9367907e4847b616" providerId="LiveId" clId="{2BA8ED1E-FF81-4959-9623-5883F45C8300}" dt="2023-12-02T01:18:04.194" v="1418" actId="478"/>
          <ac:picMkLst>
            <pc:docMk/>
            <pc:sldMk cId="3606141165" sldId="276"/>
            <ac:picMk id="5" creationId="{C2B70BC8-9ABF-D702-ADB7-9F00E7774677}"/>
          </ac:picMkLst>
        </pc:picChg>
        <pc:picChg chg="add mod">
          <ac:chgData name="Christian Villanueva" userId="9367907e4847b616" providerId="LiveId" clId="{2BA8ED1E-FF81-4959-9623-5883F45C8300}" dt="2023-12-02T01:24:44.773" v="1790" actId="1076"/>
          <ac:picMkLst>
            <pc:docMk/>
            <pc:sldMk cId="3606141165" sldId="276"/>
            <ac:picMk id="1026" creationId="{71549D80-B82C-F909-2E6D-EAC7B6917E09}"/>
          </ac:picMkLst>
        </pc:picChg>
      </pc:sldChg>
      <pc:sldChg chg="addSp delSp modSp add mod">
        <pc:chgData name="Christian Villanueva" userId="9367907e4847b616" providerId="LiveId" clId="{2BA8ED1E-FF81-4959-9623-5883F45C8300}" dt="2023-12-02T13:54:11.132" v="2612" actId="20577"/>
        <pc:sldMkLst>
          <pc:docMk/>
          <pc:sldMk cId="790857944" sldId="277"/>
        </pc:sldMkLst>
        <pc:spChg chg="mod">
          <ac:chgData name="Christian Villanueva" userId="9367907e4847b616" providerId="LiveId" clId="{2BA8ED1E-FF81-4959-9623-5883F45C8300}" dt="2023-12-02T13:51:32.736" v="2371" actId="20577"/>
          <ac:spMkLst>
            <pc:docMk/>
            <pc:sldMk cId="790857944" sldId="277"/>
            <ac:spMk id="2" creationId="{86705015-20EE-35FE-01D6-B865C6688E52}"/>
          </ac:spMkLst>
        </pc:spChg>
        <pc:spChg chg="del mod">
          <ac:chgData name="Christian Villanueva" userId="9367907e4847b616" providerId="LiveId" clId="{2BA8ED1E-FF81-4959-9623-5883F45C8300}" dt="2023-12-02T13:51:35.786" v="2372" actId="478"/>
          <ac:spMkLst>
            <pc:docMk/>
            <pc:sldMk cId="790857944" sldId="277"/>
            <ac:spMk id="3" creationId="{01D8EAC6-B22C-71F3-4A0A-C98523B1A82F}"/>
          </ac:spMkLst>
        </pc:spChg>
        <pc:spChg chg="del">
          <ac:chgData name="Christian Villanueva" userId="9367907e4847b616" providerId="LiveId" clId="{2BA8ED1E-FF81-4959-9623-5883F45C8300}" dt="2023-12-02T13:43:33.446" v="1816" actId="478"/>
          <ac:spMkLst>
            <pc:docMk/>
            <pc:sldMk cId="790857944" sldId="277"/>
            <ac:spMk id="4" creationId="{31227705-DCB3-1609-6429-DC669AB3F9C7}"/>
          </ac:spMkLst>
        </pc:spChg>
        <pc:spChg chg="add del mod">
          <ac:chgData name="Christian Villanueva" userId="9367907e4847b616" providerId="LiveId" clId="{2BA8ED1E-FF81-4959-9623-5883F45C8300}" dt="2023-12-02T13:51:40.858" v="2375" actId="478"/>
          <ac:spMkLst>
            <pc:docMk/>
            <pc:sldMk cId="790857944" sldId="277"/>
            <ac:spMk id="6" creationId="{34ABCB77-B6B8-D8DE-61AE-83460023F55D}"/>
          </ac:spMkLst>
        </pc:spChg>
        <pc:spChg chg="del">
          <ac:chgData name="Christian Villanueva" userId="9367907e4847b616" providerId="LiveId" clId="{2BA8ED1E-FF81-4959-9623-5883F45C8300}" dt="2023-12-02T13:43:37.842" v="1818" actId="478"/>
          <ac:spMkLst>
            <pc:docMk/>
            <pc:sldMk cId="790857944" sldId="277"/>
            <ac:spMk id="7" creationId="{9E925D6B-841F-6F46-ED42-416F655A65B6}"/>
          </ac:spMkLst>
        </pc:spChg>
        <pc:spChg chg="del">
          <ac:chgData name="Christian Villanueva" userId="9367907e4847b616" providerId="LiveId" clId="{2BA8ED1E-FF81-4959-9623-5883F45C8300}" dt="2023-12-02T13:43:36.043" v="1817" actId="478"/>
          <ac:spMkLst>
            <pc:docMk/>
            <pc:sldMk cId="790857944" sldId="277"/>
            <ac:spMk id="9" creationId="{5B42453A-7539-70F3-69C9-8B9794853E7F}"/>
          </ac:spMkLst>
        </pc:spChg>
        <pc:spChg chg="add del">
          <ac:chgData name="Christian Villanueva" userId="9367907e4847b616" providerId="LiveId" clId="{2BA8ED1E-FF81-4959-9623-5883F45C8300}" dt="2023-12-02T13:51:38.761" v="2374" actId="478"/>
          <ac:spMkLst>
            <pc:docMk/>
            <pc:sldMk cId="790857944" sldId="277"/>
            <ac:spMk id="11" creationId="{3DE3B169-971D-7EB1-0E54-22C54F567528}"/>
          </ac:spMkLst>
        </pc:spChg>
        <pc:spChg chg="add del mod">
          <ac:chgData name="Christian Villanueva" userId="9367907e4847b616" providerId="LiveId" clId="{2BA8ED1E-FF81-4959-9623-5883F45C8300}" dt="2023-12-02T13:51:58.899" v="2378" actId="478"/>
          <ac:spMkLst>
            <pc:docMk/>
            <pc:sldMk cId="790857944" sldId="277"/>
            <ac:spMk id="13" creationId="{1E452816-FE3A-3A84-CBC1-E960E239D847}"/>
          </ac:spMkLst>
        </pc:spChg>
        <pc:spChg chg="add mod">
          <ac:chgData name="Christian Villanueva" userId="9367907e4847b616" providerId="LiveId" clId="{2BA8ED1E-FF81-4959-9623-5883F45C8300}" dt="2023-12-02T13:53:25.158" v="2403" actId="1076"/>
          <ac:spMkLst>
            <pc:docMk/>
            <pc:sldMk cId="790857944" sldId="277"/>
            <ac:spMk id="19" creationId="{4CD01FE4-1F09-663D-C665-F5D1431D827C}"/>
          </ac:spMkLst>
        </pc:spChg>
        <pc:spChg chg="add mod">
          <ac:chgData name="Christian Villanueva" userId="9367907e4847b616" providerId="LiveId" clId="{2BA8ED1E-FF81-4959-9623-5883F45C8300}" dt="2023-12-02T13:54:11.132" v="2612" actId="20577"/>
          <ac:spMkLst>
            <pc:docMk/>
            <pc:sldMk cId="790857944" sldId="277"/>
            <ac:spMk id="20" creationId="{11C7D09D-B963-89E1-8CAB-D96F21F29395}"/>
          </ac:spMkLst>
        </pc:spChg>
        <pc:picChg chg="add mod">
          <ac:chgData name="Christian Villanueva" userId="9367907e4847b616" providerId="LiveId" clId="{2BA8ED1E-FF81-4959-9623-5883F45C8300}" dt="2023-12-02T13:53:21.041" v="2402" actId="1076"/>
          <ac:picMkLst>
            <pc:docMk/>
            <pc:sldMk cId="790857944" sldId="277"/>
            <ac:picMk id="17" creationId="{E9469E2A-1EB5-21AC-3D2E-7C56A6388AD7}"/>
          </ac:picMkLst>
        </pc:picChg>
        <pc:picChg chg="del">
          <ac:chgData name="Christian Villanueva" userId="9367907e4847b616" providerId="LiveId" clId="{2BA8ED1E-FF81-4959-9623-5883F45C8300}" dt="2023-12-02T13:43:31.396" v="1815" actId="478"/>
          <ac:picMkLst>
            <pc:docMk/>
            <pc:sldMk cId="790857944" sldId="277"/>
            <ac:picMk id="1026" creationId="{71549D80-B82C-F909-2E6D-EAC7B6917E09}"/>
          </ac:picMkLst>
        </pc:picChg>
      </pc:sldChg>
    </pc:docChg>
  </pc:docChgLst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  <pc:docChgLst>
    <pc:chgData name="Christian Villanueva" userId="9367907e4847b616" providerId="LiveId" clId="{DA3847DE-965A-4241-B124-0EA691A25757}"/>
    <pc:docChg chg="custSel addSld delSld modSld">
      <pc:chgData name="Christian Villanueva" userId="9367907e4847b616" providerId="LiveId" clId="{DA3847DE-965A-4241-B124-0EA691A25757}" dt="2023-11-29T04:22:49.571" v="3811" actId="1076"/>
      <pc:docMkLst>
        <pc:docMk/>
      </pc:docMkLst>
      <pc:sldChg chg="modSp mod">
        <pc:chgData name="Christian Villanueva" userId="9367907e4847b616" providerId="LiveId" clId="{DA3847DE-965A-4241-B124-0EA691A25757}" dt="2023-11-29T00:23:27.815" v="44" actId="20577"/>
        <pc:sldMkLst>
          <pc:docMk/>
          <pc:sldMk cId="2517860399" sldId="256"/>
        </pc:sldMkLst>
        <pc:spChg chg="mod">
          <ac:chgData name="Christian Villanueva" userId="9367907e4847b616" providerId="LiveId" clId="{DA3847DE-965A-4241-B124-0EA691A25757}" dt="2023-11-29T00:23:27.815" v="44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DA3847DE-965A-4241-B124-0EA691A25757}" dt="2023-11-29T00:52:23.204" v="449" actId="1076"/>
        <pc:sldMkLst>
          <pc:docMk/>
          <pc:sldMk cId="1457034104" sldId="257"/>
        </pc:sldMkLst>
        <pc:spChg chg="mod">
          <ac:chgData name="Christian Villanueva" userId="9367907e4847b616" providerId="LiveId" clId="{DA3847DE-965A-4241-B124-0EA691A25757}" dt="2023-11-29T00:44:36.094" v="407" actId="107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DA3847DE-965A-4241-B124-0EA691A25757}" dt="2023-11-29T00:45:33.375" v="431" actId="113"/>
          <ac:spMkLst>
            <pc:docMk/>
            <pc:sldMk cId="1457034104" sldId="257"/>
            <ac:spMk id="4" creationId="{C490B56F-0869-68C2-0B09-2AFEFD5456AE}"/>
          </ac:spMkLst>
        </pc:spChg>
        <pc:picChg chg="add mod">
          <ac:chgData name="Christian Villanueva" userId="9367907e4847b616" providerId="LiveId" clId="{DA3847DE-965A-4241-B124-0EA691A25757}" dt="2023-11-29T00:52:23.204" v="449" actId="1076"/>
          <ac:picMkLst>
            <pc:docMk/>
            <pc:sldMk cId="1457034104" sldId="257"/>
            <ac:picMk id="1026" creationId="{C5A4EE8F-3212-CEA5-FED9-E809C30E0E2A}"/>
          </ac:picMkLst>
        </pc:picChg>
      </pc:sldChg>
      <pc:sldChg chg="modSp mod">
        <pc:chgData name="Christian Villanueva" userId="9367907e4847b616" providerId="LiveId" clId="{DA3847DE-965A-4241-B124-0EA691A25757}" dt="2023-11-29T01:07:53.049" v="3083" actId="20577"/>
        <pc:sldMkLst>
          <pc:docMk/>
          <pc:sldMk cId="3499865914" sldId="264"/>
        </pc:sldMkLst>
        <pc:spChg chg="mod">
          <ac:chgData name="Christian Villanueva" userId="9367907e4847b616" providerId="LiveId" clId="{DA3847DE-965A-4241-B124-0EA691A25757}" dt="2023-11-29T00:59:52.170" v="1387" actId="20577"/>
          <ac:spMkLst>
            <pc:docMk/>
            <pc:sldMk cId="3499865914" sldId="264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1:07:53.049" v="3083" actId="20577"/>
          <ac:spMkLst>
            <pc:docMk/>
            <pc:sldMk cId="3499865914" sldId="264"/>
            <ac:spMk id="3" creationId="{08D62982-4107-D75F-CB7C-97EE84C54343}"/>
          </ac:spMkLst>
        </pc:spChg>
      </pc:sldChg>
      <pc:sldChg chg="addSp delSp modSp mod">
        <pc:chgData name="Christian Villanueva" userId="9367907e4847b616" providerId="LiveId" clId="{DA3847DE-965A-4241-B124-0EA691A25757}" dt="2023-11-29T00:59:14.927" v="1361" actId="33524"/>
        <pc:sldMkLst>
          <pc:docMk/>
          <pc:sldMk cId="1778445632" sldId="265"/>
        </pc:sldMkLst>
        <pc:spChg chg="mod">
          <ac:chgData name="Christian Villanueva" userId="9367907e4847b616" providerId="LiveId" clId="{DA3847DE-965A-4241-B124-0EA691A25757}" dt="2023-11-29T00:51:52.631" v="443" actId="20577"/>
          <ac:spMkLst>
            <pc:docMk/>
            <pc:sldMk cId="1778445632" sldId="265"/>
            <ac:spMk id="2" creationId="{86705015-20EE-35FE-01D6-B865C6688E52}"/>
          </ac:spMkLst>
        </pc:spChg>
        <pc:spChg chg="add mod">
          <ac:chgData name="Christian Villanueva" userId="9367907e4847b616" providerId="LiveId" clId="{DA3847DE-965A-4241-B124-0EA691A25757}" dt="2023-11-29T00:59:14.927" v="1361" actId="33524"/>
          <ac:spMkLst>
            <pc:docMk/>
            <pc:sldMk cId="1778445632" sldId="265"/>
            <ac:spMk id="3" creationId="{8AF85C3D-7A37-DBB8-CAA9-56106BA61964}"/>
          </ac:spMkLst>
        </pc:spChg>
        <pc:spChg chg="del">
          <ac:chgData name="Christian Villanueva" userId="9367907e4847b616" providerId="LiveId" clId="{DA3847DE-965A-4241-B124-0EA691A25757}" dt="2023-11-29T00:52:00.089" v="445" actId="478"/>
          <ac:spMkLst>
            <pc:docMk/>
            <pc:sldMk cId="1778445632" sldId="265"/>
            <ac:spMk id="13" creationId="{4B549D14-0D53-8466-18F0-0DBB2E3D8D00}"/>
          </ac:spMkLst>
        </pc:spChg>
        <pc:spChg chg="del">
          <ac:chgData name="Christian Villanueva" userId="9367907e4847b616" providerId="LiveId" clId="{DA3847DE-965A-4241-B124-0EA691A25757}" dt="2023-11-29T00:52:04.508" v="446" actId="478"/>
          <ac:spMkLst>
            <pc:docMk/>
            <pc:sldMk cId="1778445632" sldId="265"/>
            <ac:spMk id="15" creationId="{01904C2E-9BA4-9254-D384-8A336AF0764A}"/>
          </ac:spMkLst>
        </pc:spChg>
        <pc:spChg chg="del">
          <ac:chgData name="Christian Villanueva" userId="9367907e4847b616" providerId="LiveId" clId="{DA3847DE-965A-4241-B124-0EA691A25757}" dt="2023-11-29T00:52:07.764" v="448" actId="478"/>
          <ac:spMkLst>
            <pc:docMk/>
            <pc:sldMk cId="1778445632" sldId="265"/>
            <ac:spMk id="17" creationId="{93ACD8CE-2A87-2758-2E8E-338254DEDB55}"/>
          </ac:spMkLst>
        </pc:spChg>
        <pc:graphicFrameChg chg="del">
          <ac:chgData name="Christian Villanueva" userId="9367907e4847b616" providerId="LiveId" clId="{DA3847DE-965A-4241-B124-0EA691A25757}" dt="2023-11-29T00:51:57.406" v="444" actId="478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del">
          <ac:chgData name="Christian Villanueva" userId="9367907e4847b616" providerId="LiveId" clId="{DA3847DE-965A-4241-B124-0EA691A25757}" dt="2023-11-29T00:52:05.777" v="447" actId="478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mod">
        <pc:chgData name="Christian Villanueva" userId="9367907e4847b616" providerId="LiveId" clId="{DA3847DE-965A-4241-B124-0EA691A25757}" dt="2023-11-29T04:04:38.410" v="3765" actId="27636"/>
        <pc:sldMkLst>
          <pc:docMk/>
          <pc:sldMk cId="796599075" sldId="266"/>
        </pc:sldMkLst>
        <pc:spChg chg="mod">
          <ac:chgData name="Christian Villanueva" userId="9367907e4847b616" providerId="LiveId" clId="{DA3847DE-965A-4241-B124-0EA691A25757}" dt="2023-11-29T03:57:31.139" v="3105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4:04:38.410" v="3765" actId="27636"/>
          <ac:spMkLst>
            <pc:docMk/>
            <pc:sldMk cId="796599075" sldId="266"/>
            <ac:spMk id="3" creationId="{08D62982-4107-D75F-CB7C-97EE84C54343}"/>
          </ac:spMkLst>
        </pc:spChg>
      </pc:sldChg>
      <pc:sldChg chg="del">
        <pc:chgData name="Christian Villanueva" userId="9367907e4847b616" providerId="LiveId" clId="{DA3847DE-965A-4241-B124-0EA691A25757}" dt="2023-11-29T04:06:10.498" v="3769" actId="47"/>
        <pc:sldMkLst>
          <pc:docMk/>
          <pc:sldMk cId="3386485336" sldId="267"/>
        </pc:sldMkLst>
      </pc:sldChg>
      <pc:sldChg chg="del">
        <pc:chgData name="Christian Villanueva" userId="9367907e4847b616" providerId="LiveId" clId="{DA3847DE-965A-4241-B124-0EA691A25757}" dt="2023-11-29T04:06:08.599" v="3767" actId="47"/>
        <pc:sldMkLst>
          <pc:docMk/>
          <pc:sldMk cId="2069622168" sldId="268"/>
        </pc:sldMkLst>
      </pc:sldChg>
      <pc:sldChg chg="del">
        <pc:chgData name="Christian Villanueva" userId="9367907e4847b616" providerId="LiveId" clId="{DA3847DE-965A-4241-B124-0EA691A25757}" dt="2023-11-29T04:06:09.601" v="3768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DA3847DE-965A-4241-B124-0EA691A25757}" dt="2023-11-29T04:06:11.515" v="3770" actId="47"/>
        <pc:sldMkLst>
          <pc:docMk/>
          <pc:sldMk cId="449043533" sldId="270"/>
        </pc:sldMkLst>
      </pc:sldChg>
      <pc:sldChg chg="del">
        <pc:chgData name="Christian Villanueva" userId="9367907e4847b616" providerId="LiveId" clId="{DA3847DE-965A-4241-B124-0EA691A25757}" dt="2023-11-29T04:06:12.108" v="3771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DA3847DE-965A-4241-B124-0EA691A25757}" dt="2023-11-29T04:06:12.663" v="3772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DA3847DE-965A-4241-B124-0EA691A25757}" dt="2023-11-29T04:05:24.333" v="3766" actId="20577"/>
        <pc:sldMkLst>
          <pc:docMk/>
          <pc:sldMk cId="3144789543" sldId="273"/>
        </pc:sldMkLst>
        <pc:spChg chg="mod">
          <ac:chgData name="Christian Villanueva" userId="9367907e4847b616" providerId="LiveId" clId="{DA3847DE-965A-4241-B124-0EA691A25757}" dt="2023-11-29T04:01:01.729" v="3537" actId="20577"/>
          <ac:spMkLst>
            <pc:docMk/>
            <pc:sldMk cId="3144789543" sldId="273"/>
            <ac:spMk id="2" creationId="{86705015-20EE-35FE-01D6-B865C6688E52}"/>
          </ac:spMkLst>
        </pc:spChg>
        <pc:spChg chg="mod">
          <ac:chgData name="Christian Villanueva" userId="9367907e4847b616" providerId="LiveId" clId="{DA3847DE-965A-4241-B124-0EA691A25757}" dt="2023-11-29T04:05:24.333" v="3766" actId="20577"/>
          <ac:spMkLst>
            <pc:docMk/>
            <pc:sldMk cId="3144789543" sldId="273"/>
            <ac:spMk id="3" creationId="{08D62982-4107-D75F-CB7C-97EE84C54343}"/>
          </ac:spMkLst>
        </pc:spChg>
      </pc:sldChg>
      <pc:sldChg chg="addSp delSp modSp add mod">
        <pc:chgData name="Christian Villanueva" userId="9367907e4847b616" providerId="LiveId" clId="{DA3847DE-965A-4241-B124-0EA691A25757}" dt="2023-11-29T04:22:49.571" v="3811" actId="1076"/>
        <pc:sldMkLst>
          <pc:docMk/>
          <pc:sldMk cId="2677616816" sldId="274"/>
        </pc:sldMkLst>
        <pc:spChg chg="mod">
          <ac:chgData name="Christian Villanueva" userId="9367907e4847b616" providerId="LiveId" clId="{DA3847DE-965A-4241-B124-0EA691A25757}" dt="2023-11-29T04:10:58.777" v="3786" actId="20577"/>
          <ac:spMkLst>
            <pc:docMk/>
            <pc:sldMk cId="2677616816" sldId="274"/>
            <ac:spMk id="2" creationId="{86705015-20EE-35FE-01D6-B865C6688E52}"/>
          </ac:spMkLst>
        </pc:spChg>
        <pc:spChg chg="del">
          <ac:chgData name="Christian Villanueva" userId="9367907e4847b616" providerId="LiveId" clId="{DA3847DE-965A-4241-B124-0EA691A25757}" dt="2023-11-29T04:22:08.577" v="3787" actId="478"/>
          <ac:spMkLst>
            <pc:docMk/>
            <pc:sldMk cId="2677616816" sldId="274"/>
            <ac:spMk id="3" creationId="{08D62982-4107-D75F-CB7C-97EE84C54343}"/>
          </ac:spMkLst>
        </pc:spChg>
        <pc:spChg chg="add del mod">
          <ac:chgData name="Christian Villanueva" userId="9367907e4847b616" providerId="LiveId" clId="{DA3847DE-965A-4241-B124-0EA691A25757}" dt="2023-11-29T04:22:15.274" v="3790" actId="478"/>
          <ac:spMkLst>
            <pc:docMk/>
            <pc:sldMk cId="2677616816" sldId="274"/>
            <ac:spMk id="5" creationId="{A7DE4DD5-890D-F41B-2313-D996A4ACA869}"/>
          </ac:spMkLst>
        </pc:spChg>
        <pc:spChg chg="add mod">
          <ac:chgData name="Christian Villanueva" userId="9367907e4847b616" providerId="LiveId" clId="{DA3847DE-965A-4241-B124-0EA691A25757}" dt="2023-11-29T04:22:49.571" v="3811" actId="1076"/>
          <ac:spMkLst>
            <pc:docMk/>
            <pc:sldMk cId="2677616816" sldId="274"/>
            <ac:spMk id="6" creationId="{AA8D77A9-7FCC-C5AF-FC2C-0E5A29CF365D}"/>
          </ac:spMkLst>
        </pc:spChg>
        <pc:picChg chg="add mod">
          <ac:chgData name="Christian Villanueva" userId="9367907e4847b616" providerId="LiveId" clId="{DA3847DE-965A-4241-B124-0EA691A25757}" dt="2023-11-29T04:22:17.239" v="3791" actId="1076"/>
          <ac:picMkLst>
            <pc:docMk/>
            <pc:sldMk cId="2677616816" sldId="274"/>
            <ac:picMk id="2050" creationId="{F88FBF0B-584B-2E0E-E826-5D0E5794854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12/1/2023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Árboles de decisión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Definición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80458"/>
            <a:ext cx="9724031" cy="2182415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Los árboles de decisión son utilizados en dos tipos de problemas: de regresión y de clasificación. El propósito de un árbol de decisión es que usan una estructura jerárquica y dividen el </a:t>
            </a:r>
            <a:r>
              <a:rPr lang="es-SV" sz="2000" i="1" dirty="0" err="1"/>
              <a:t>dataset</a:t>
            </a:r>
            <a:r>
              <a:rPr lang="es-SV" sz="2000" i="1" dirty="0"/>
              <a:t> </a:t>
            </a:r>
            <a:r>
              <a:rPr lang="es-SV" sz="2000" dirty="0"/>
              <a:t>en partes más pequeñas.</a:t>
            </a:r>
          </a:p>
          <a:p>
            <a:pPr marL="0" indent="0" algn="just">
              <a:buNone/>
            </a:pPr>
            <a:r>
              <a:rPr lang="es-SV" sz="2000" dirty="0"/>
              <a:t>La ventaja de estos modelos sobre los de regresión, es que se les puede agregar una parte no lineal.</a:t>
            </a:r>
          </a:p>
          <a:p>
            <a:pPr marL="0" indent="0" algn="just">
              <a:buNone/>
            </a:pPr>
            <a:endParaRPr lang="es-SV" sz="2000" dirty="0"/>
          </a:p>
          <a:p>
            <a:pPr marL="0" indent="0" algn="just">
              <a:buNone/>
            </a:pPr>
            <a:endParaRPr lang="es-ES" sz="2000" b="1" i="1" dirty="0"/>
          </a:p>
        </p:txBody>
      </p:sp>
      <p:pic>
        <p:nvPicPr>
          <p:cNvPr id="5" name="Picture 2" descr="Python Decision Tree Classification Tutorial: Scikit-Learn  DecisionTreeClassifier | DataCamp">
            <a:extLst>
              <a:ext uri="{FF2B5EF4-FFF2-40B4-BE49-F238E27FC236}">
                <a16:creationId xmlns:a16="http://schemas.microsoft.com/office/drawing/2014/main" id="{C2B70BC8-9ABF-D702-ADB7-9F00E7774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381" y="3152775"/>
            <a:ext cx="5235657" cy="329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09034-9FF3-3DE7-7229-0189A79312E2}"/>
              </a:ext>
            </a:extLst>
          </p:cNvPr>
          <p:cNvSpPr txBox="1"/>
          <p:nvPr/>
        </p:nvSpPr>
        <p:spPr>
          <a:xfrm>
            <a:off x="3019425" y="6448424"/>
            <a:ext cx="607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200" dirty="0"/>
              <a:t>Tomado de: https://www.datacamp.com/tutorial/decision-tree-classification-python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Terminología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2045300"/>
            <a:ext cx="4289932" cy="4364831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s-SV" sz="2000" b="1" dirty="0" err="1"/>
              <a:t>Root</a:t>
            </a:r>
            <a:r>
              <a:rPr lang="es-SV" sz="2000" b="1" dirty="0"/>
              <a:t> </a:t>
            </a:r>
            <a:r>
              <a:rPr lang="es-SV" sz="2000" b="1" dirty="0" err="1"/>
              <a:t>node</a:t>
            </a:r>
            <a:r>
              <a:rPr lang="es-SV" sz="2000" b="1" dirty="0"/>
              <a:t>: </a:t>
            </a:r>
            <a:r>
              <a:rPr lang="es-SV" sz="2000" dirty="0"/>
              <a:t>Es la sección donde la data se divide en 2 o más partes. La forma en la que se divide el nodo es a través de técnicas de selección.</a:t>
            </a:r>
          </a:p>
          <a:p>
            <a:pPr algn="just"/>
            <a:r>
              <a:rPr lang="es-SV" sz="2000" b="1" dirty="0"/>
              <a:t>Branch </a:t>
            </a:r>
            <a:r>
              <a:rPr lang="es-SV" sz="2000" b="1" dirty="0" err="1"/>
              <a:t>or</a:t>
            </a:r>
            <a:r>
              <a:rPr lang="es-SV" sz="2000" b="1" dirty="0"/>
              <a:t> Sub </a:t>
            </a:r>
            <a:r>
              <a:rPr lang="es-SV" sz="2000" b="1" dirty="0" err="1"/>
              <a:t>Tree</a:t>
            </a:r>
            <a:r>
              <a:rPr lang="es-SV" sz="2000" b="1" dirty="0"/>
              <a:t>: </a:t>
            </a:r>
            <a:r>
              <a:rPr lang="es-SV" sz="2000" dirty="0"/>
              <a:t>Una parte del árbol.</a:t>
            </a:r>
          </a:p>
          <a:p>
            <a:pPr algn="just"/>
            <a:r>
              <a:rPr lang="es-SV" sz="2000" b="1" dirty="0" err="1"/>
              <a:t>Splitting</a:t>
            </a:r>
            <a:r>
              <a:rPr lang="es-SV" sz="2000" b="1" dirty="0"/>
              <a:t>: </a:t>
            </a:r>
            <a:r>
              <a:rPr lang="es-SV" sz="2000" dirty="0"/>
              <a:t>Es a la acción de dividir a un nodo en dos o más partes.</a:t>
            </a:r>
          </a:p>
          <a:p>
            <a:pPr algn="just"/>
            <a:r>
              <a:rPr lang="es-SV" sz="2000" b="1" dirty="0" err="1"/>
              <a:t>Decision</a:t>
            </a:r>
            <a:r>
              <a:rPr lang="es-SV" sz="2000" b="1" dirty="0"/>
              <a:t> </a:t>
            </a:r>
            <a:r>
              <a:rPr lang="es-SV" sz="2000" b="1" dirty="0" err="1"/>
              <a:t>node</a:t>
            </a:r>
            <a:r>
              <a:rPr lang="es-SV" sz="2000" b="1" dirty="0"/>
              <a:t>: </a:t>
            </a:r>
            <a:r>
              <a:rPr lang="es-SV" sz="2000" dirty="0"/>
              <a:t>Después que un nodo se divide en sub nodos, se encuentra el </a:t>
            </a:r>
            <a:r>
              <a:rPr lang="es-SV" sz="2000" i="1" dirty="0" err="1"/>
              <a:t>Decision</a:t>
            </a:r>
            <a:r>
              <a:rPr lang="es-SV" sz="2000" i="1" dirty="0"/>
              <a:t> </a:t>
            </a:r>
            <a:r>
              <a:rPr lang="es-SV" sz="2000" i="1" dirty="0" err="1"/>
              <a:t>Node</a:t>
            </a:r>
            <a:r>
              <a:rPr lang="es-SV" sz="2000" i="1" dirty="0"/>
              <a:t>. </a:t>
            </a:r>
          </a:p>
          <a:p>
            <a:pPr algn="just"/>
            <a:r>
              <a:rPr lang="es-SV" sz="2000" b="1" dirty="0" err="1"/>
              <a:t>Leaf</a:t>
            </a:r>
            <a:r>
              <a:rPr lang="es-SV" sz="2000" b="1" dirty="0"/>
              <a:t> </a:t>
            </a:r>
            <a:r>
              <a:rPr lang="es-SV" sz="2000" b="1" dirty="0" err="1"/>
              <a:t>or</a:t>
            </a:r>
            <a:r>
              <a:rPr lang="es-SV" sz="2000" b="1" dirty="0"/>
              <a:t> Terminal </a:t>
            </a:r>
            <a:r>
              <a:rPr lang="es-SV" sz="2000" b="1" dirty="0" err="1"/>
              <a:t>nodes</a:t>
            </a:r>
            <a:r>
              <a:rPr lang="es-SV" sz="2000" b="1" dirty="0"/>
              <a:t>: </a:t>
            </a:r>
            <a:r>
              <a:rPr lang="es-SV" sz="2000" dirty="0"/>
              <a:t>El final del árbol donde no se puede dividir más.</a:t>
            </a:r>
          </a:p>
          <a:p>
            <a:pPr algn="just"/>
            <a:r>
              <a:rPr lang="es-SV" sz="2000" b="1" dirty="0"/>
              <a:t>Depth </a:t>
            </a:r>
            <a:r>
              <a:rPr lang="es-SV" sz="2000" b="1" dirty="0" err="1"/>
              <a:t>of</a:t>
            </a:r>
            <a:r>
              <a:rPr lang="es-SV" sz="2000" b="1" dirty="0"/>
              <a:t> </a:t>
            </a:r>
            <a:r>
              <a:rPr lang="es-SV" sz="2000" b="1" dirty="0" err="1"/>
              <a:t>the</a:t>
            </a:r>
            <a:r>
              <a:rPr lang="es-SV" sz="2000" b="1" dirty="0"/>
              <a:t> </a:t>
            </a:r>
            <a:r>
              <a:rPr lang="es-SV" sz="2000" b="1" dirty="0" err="1"/>
              <a:t>tree</a:t>
            </a:r>
            <a:r>
              <a:rPr lang="es-SV" sz="2000" b="1" dirty="0"/>
              <a:t>: </a:t>
            </a:r>
            <a:r>
              <a:rPr lang="es-SV" sz="2000" dirty="0"/>
              <a:t>Es el número de nodos desde el </a:t>
            </a:r>
            <a:r>
              <a:rPr lang="es-SV" sz="2000" dirty="0" err="1"/>
              <a:t>Root</a:t>
            </a:r>
            <a:r>
              <a:rPr lang="es-SV" sz="2000" dirty="0"/>
              <a:t> a la </a:t>
            </a:r>
            <a:r>
              <a:rPr lang="es-SV" sz="2000" dirty="0" err="1"/>
              <a:t>Leaf</a:t>
            </a:r>
            <a:r>
              <a:rPr lang="es-SV" sz="2000" dirty="0"/>
              <a:t> más lejana.</a:t>
            </a:r>
            <a:endParaRPr lang="es-SV" sz="2000" b="1" dirty="0"/>
          </a:p>
          <a:p>
            <a:pPr marL="0" indent="0" algn="just">
              <a:buNone/>
            </a:pPr>
            <a:endParaRPr lang="es-ES" sz="2000" b="1" i="1" dirty="0"/>
          </a:p>
        </p:txBody>
      </p:sp>
      <p:pic>
        <p:nvPicPr>
          <p:cNvPr id="5" name="Picture 2" descr="Python Decision Tree Classification Tutorial: Scikit-Learn  DecisionTreeClassifier | DataCamp">
            <a:extLst>
              <a:ext uri="{FF2B5EF4-FFF2-40B4-BE49-F238E27FC236}">
                <a16:creationId xmlns:a16="http://schemas.microsoft.com/office/drawing/2014/main" id="{C2B70BC8-9ABF-D702-ADB7-9F00E7774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69" y="1781175"/>
            <a:ext cx="6434790" cy="405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09034-9FF3-3DE7-7229-0189A79312E2}"/>
              </a:ext>
            </a:extLst>
          </p:cNvPr>
          <p:cNvSpPr txBox="1"/>
          <p:nvPr/>
        </p:nvSpPr>
        <p:spPr>
          <a:xfrm>
            <a:off x="5649609" y="5876876"/>
            <a:ext cx="607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200" dirty="0"/>
              <a:t>Tomado de: https://www.datacamp.com/tutorial/decision-tree-classification-python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3307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Bootstrap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9" y="2045301"/>
            <a:ext cx="11082617" cy="138370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Es un método que es utilizado para </a:t>
            </a:r>
            <a:r>
              <a:rPr lang="es-SV" sz="2000" b="1" dirty="0"/>
              <a:t>estimar</a:t>
            </a:r>
            <a:r>
              <a:rPr lang="es-SV" sz="2000" dirty="0"/>
              <a:t> estadísticos de la población a través de un muestreo de un </a:t>
            </a:r>
            <a:r>
              <a:rPr lang="es-SV" sz="2000" dirty="0" err="1"/>
              <a:t>dataset</a:t>
            </a:r>
            <a:r>
              <a:rPr lang="es-SV" sz="2000" dirty="0"/>
              <a:t> </a:t>
            </a:r>
            <a:r>
              <a:rPr lang="es-SV" sz="2000" b="1" dirty="0"/>
              <a:t>con reemplazo</a:t>
            </a:r>
            <a:r>
              <a:rPr lang="es-SV" sz="2000" dirty="0"/>
              <a:t>. Eso nos permite con facilidad calcular </a:t>
            </a:r>
            <a:r>
              <a:rPr lang="es-SV" sz="2000" i="1" dirty="0"/>
              <a:t>estándar error, </a:t>
            </a:r>
            <a:r>
              <a:rPr lang="es-SV" sz="2000" dirty="0"/>
              <a:t>intervalos de confianza y hacer pruebas de hipótesis.</a:t>
            </a:r>
          </a:p>
        </p:txBody>
      </p:sp>
      <p:pic>
        <p:nvPicPr>
          <p:cNvPr id="1026" name="Picture 2" descr="A Gentle Guide to Bootstrap Method in Ensemble Algorithms | by VIGHNESH  TIWARI | Medium">
            <a:extLst>
              <a:ext uri="{FF2B5EF4-FFF2-40B4-BE49-F238E27FC236}">
                <a16:creationId xmlns:a16="http://schemas.microsoft.com/office/drawing/2014/main" id="{71549D80-B82C-F909-2E6D-EAC7B6917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758" y="3131586"/>
            <a:ext cx="6272407" cy="303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227705-DCB3-1609-6429-DC669AB3F9C7}"/>
              </a:ext>
            </a:extLst>
          </p:cNvPr>
          <p:cNvSpPr txBox="1"/>
          <p:nvPr/>
        </p:nvSpPr>
        <p:spPr>
          <a:xfrm>
            <a:off x="2220686" y="6256829"/>
            <a:ext cx="7511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1050" dirty="0"/>
              <a:t>Tomado de: https://medium.com/@vighneshtiwari16377/a-gentle-guide-to-bootstrap-method-in-ensemble-algorithms-ff08c2719657</a:t>
            </a:r>
            <a:endParaRPr lang="en-US" sz="105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E925D6B-841F-6F46-ED42-416F655A65B6}"/>
              </a:ext>
            </a:extLst>
          </p:cNvPr>
          <p:cNvSpPr/>
          <p:nvPr/>
        </p:nvSpPr>
        <p:spPr>
          <a:xfrm>
            <a:off x="10021078" y="3228392"/>
            <a:ext cx="625151" cy="3200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2453A-7539-70F3-69C9-8B9794853E7F}"/>
              </a:ext>
            </a:extLst>
          </p:cNvPr>
          <p:cNvSpPr txBox="1"/>
          <p:nvPr/>
        </p:nvSpPr>
        <p:spPr>
          <a:xfrm>
            <a:off x="10739535" y="4506686"/>
            <a:ext cx="13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b="1" dirty="0" err="1"/>
              <a:t>Aggregation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0614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 err="1">
                <a:solidFill>
                  <a:srgbClr val="FFFFFF"/>
                </a:solidFill>
              </a:rPr>
              <a:t>Random</a:t>
            </a:r>
            <a:r>
              <a:rPr lang="es-SV" sz="4800" dirty="0">
                <a:solidFill>
                  <a:srgbClr val="FFFFFF"/>
                </a:solidFill>
              </a:rPr>
              <a:t> Forest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469E2A-1EB5-21AC-3D2E-7C56A638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50" y="1747900"/>
            <a:ext cx="6667288" cy="45684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CD01FE4-1F09-663D-C665-F5D1431D827C}"/>
              </a:ext>
            </a:extLst>
          </p:cNvPr>
          <p:cNvSpPr txBox="1"/>
          <p:nvPr/>
        </p:nvSpPr>
        <p:spPr>
          <a:xfrm>
            <a:off x="336469" y="6404820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Tomado</a:t>
            </a:r>
            <a:r>
              <a:rPr lang="en-US" sz="1400" dirty="0"/>
              <a:t> de: https://www.spotfire.com/glossary/what-is-a-random-forest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7D09D-B963-89E1-8CAB-D96F21F29395}"/>
              </a:ext>
            </a:extLst>
          </p:cNvPr>
          <p:cNvSpPr txBox="1"/>
          <p:nvPr/>
        </p:nvSpPr>
        <p:spPr>
          <a:xfrm>
            <a:off x="7669763" y="2547257"/>
            <a:ext cx="4062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dirty="0"/>
              <a:t>Se generan “n” cantidad de árboles de decisión los cuales se entrenan en paralelo y al final el resultado es la votación o promedio de todos.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5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5108</TotalTime>
  <Words>309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Árboles de decisión</vt:lpstr>
      <vt:lpstr>Definición</vt:lpstr>
      <vt:lpstr>Terminología</vt:lpstr>
      <vt:lpstr>Bootstrap</vt:lpstr>
      <vt:lpstr>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2023-12-02T13:54:17Z</dcterms:modified>
</cp:coreProperties>
</file>