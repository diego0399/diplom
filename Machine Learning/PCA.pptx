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90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F51C46-48EE-42B2-AF93-5D70829A3278}" v="26" dt="2024-10-12T13:13:45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Villanueva" userId="9367907e4847b616" providerId="LiveId" clId="{74B429C4-7A5C-4F9C-B6EA-D541A4F83635}"/>
    <pc:docChg chg="custSel addSld delSld modSld">
      <pc:chgData name="Christian Villanueva" userId="9367907e4847b616" providerId="LiveId" clId="{74B429C4-7A5C-4F9C-B6EA-D541A4F83635}" dt="2023-12-07T00:57:39.866" v="3792" actId="14100"/>
      <pc:docMkLst>
        <pc:docMk/>
      </pc:docMkLst>
      <pc:sldChg chg="modSp mod">
        <pc:chgData name="Christian Villanueva" userId="9367907e4847b616" providerId="LiveId" clId="{74B429C4-7A5C-4F9C-B6EA-D541A4F83635}" dt="2023-12-06T00:57:01.286" v="82" actId="20577"/>
        <pc:sldMkLst>
          <pc:docMk/>
          <pc:sldMk cId="2517860399" sldId="256"/>
        </pc:sldMkLst>
        <pc:spChg chg="mod">
          <ac:chgData name="Christian Villanueva" userId="9367907e4847b616" providerId="LiveId" clId="{74B429C4-7A5C-4F9C-B6EA-D541A4F83635}" dt="2023-12-06T00:57:01.286" v="82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74B429C4-7A5C-4F9C-B6EA-D541A4F83635}" dt="2023-12-06T01:00:27.310" v="479" actId="20577"/>
        <pc:sldMkLst>
          <pc:docMk/>
          <pc:sldMk cId="1457034104" sldId="257"/>
        </pc:sldMkLst>
        <pc:spChg chg="mod">
          <ac:chgData name="Christian Villanueva" userId="9367907e4847b616" providerId="LiveId" clId="{74B429C4-7A5C-4F9C-B6EA-D541A4F83635}" dt="2023-12-06T00:57:36.160" v="9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01:00:27.310" v="479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74B429C4-7A5C-4F9C-B6EA-D541A4F83635}" dt="2023-12-06T23:41:31.199" v="1049" actId="47"/>
        <pc:sldMkLst>
          <pc:docMk/>
          <pc:sldMk cId="2069622168" sldId="268"/>
        </pc:sldMkLst>
      </pc:sldChg>
      <pc:sldChg chg="addSp delSp modSp mod">
        <pc:chgData name="Christian Villanueva" userId="9367907e4847b616" providerId="LiveId" clId="{74B429C4-7A5C-4F9C-B6EA-D541A4F83635}" dt="2023-12-07T00:34:03.227" v="3786" actId="11529"/>
        <pc:sldMkLst>
          <pc:docMk/>
          <pc:sldMk cId="3805736252" sldId="273"/>
        </pc:sldMkLst>
        <pc:spChg chg="mod">
          <ac:chgData name="Christian Villanueva" userId="9367907e4847b616" providerId="LiveId" clId="{74B429C4-7A5C-4F9C-B6EA-D541A4F83635}" dt="2023-12-06T23:37:54.943" v="502" actId="20577"/>
          <ac:spMkLst>
            <pc:docMk/>
            <pc:sldMk cId="3805736252" sldId="273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6T23:37:57.733" v="503" actId="478"/>
          <ac:spMkLst>
            <pc:docMk/>
            <pc:sldMk cId="3805736252" sldId="273"/>
            <ac:spMk id="3" creationId="{01D8EAC6-B22C-71F3-4A0A-C98523B1A82F}"/>
          </ac:spMkLst>
        </pc:spChg>
        <pc:spChg chg="add del mod">
          <ac:chgData name="Christian Villanueva" userId="9367907e4847b616" providerId="LiveId" clId="{74B429C4-7A5C-4F9C-B6EA-D541A4F83635}" dt="2023-12-06T23:38:00.575" v="505" actId="478"/>
          <ac:spMkLst>
            <pc:docMk/>
            <pc:sldMk cId="3805736252" sldId="273"/>
            <ac:spMk id="5" creationId="{91CD1090-2C76-C853-8105-ADA69A8C124A}"/>
          </ac:spMkLst>
        </pc:spChg>
        <pc:spChg chg="add">
          <ac:chgData name="Christian Villanueva" userId="9367907e4847b616" providerId="LiveId" clId="{74B429C4-7A5C-4F9C-B6EA-D541A4F83635}" dt="2023-12-07T00:34:03.227" v="3786" actId="11529"/>
          <ac:spMkLst>
            <pc:docMk/>
            <pc:sldMk cId="3805736252" sldId="273"/>
            <ac:spMk id="15" creationId="{A73C5E39-68D4-3B98-14AD-FC8753FA8D4E}"/>
          </ac:spMkLst>
        </pc:spChg>
        <pc:picChg chg="add mod">
          <ac:chgData name="Christian Villanueva" userId="9367907e4847b616" providerId="LiveId" clId="{74B429C4-7A5C-4F9C-B6EA-D541A4F83635}" dt="2023-12-06T23:38:05.466" v="508" actId="1076"/>
          <ac:picMkLst>
            <pc:docMk/>
            <pc:sldMk cId="3805736252" sldId="273"/>
            <ac:picMk id="7" creationId="{264CFE14-9F87-9E68-FEB0-84846AF9CD75}"/>
          </ac:picMkLst>
        </pc:picChg>
        <pc:picChg chg="add mod">
          <ac:chgData name="Christian Villanueva" userId="9367907e4847b616" providerId="LiveId" clId="{74B429C4-7A5C-4F9C-B6EA-D541A4F83635}" dt="2023-12-06T23:38:15.151" v="510" actId="1076"/>
          <ac:picMkLst>
            <pc:docMk/>
            <pc:sldMk cId="3805736252" sldId="273"/>
            <ac:picMk id="9" creationId="{088445C0-D29A-6F54-487D-73829AB67590}"/>
          </ac:picMkLst>
        </pc:picChg>
        <pc:cxnChg chg="add mod">
          <ac:chgData name="Christian Villanueva" userId="9367907e4847b616" providerId="LiveId" clId="{74B429C4-7A5C-4F9C-B6EA-D541A4F83635}" dt="2023-12-07T00:33:27.284" v="3782" actId="13822"/>
          <ac:cxnSpMkLst>
            <pc:docMk/>
            <pc:sldMk cId="3805736252" sldId="273"/>
            <ac:cxnSpMk id="4" creationId="{FB1823CD-9973-FD99-BBF5-A913C6092F21}"/>
          </ac:cxnSpMkLst>
        </pc:cxnChg>
        <pc:cxnChg chg="add mod">
          <ac:chgData name="Christian Villanueva" userId="9367907e4847b616" providerId="LiveId" clId="{74B429C4-7A5C-4F9C-B6EA-D541A4F83635}" dt="2023-12-07T00:33:36.788" v="3784" actId="13822"/>
          <ac:cxnSpMkLst>
            <pc:docMk/>
            <pc:sldMk cId="3805736252" sldId="273"/>
            <ac:cxnSpMk id="6" creationId="{BFED4B44-0586-E6A2-EAEC-4F126C65D982}"/>
          </ac:cxnSpMkLst>
        </pc:cxnChg>
        <pc:cxnChg chg="add">
          <ac:chgData name="Christian Villanueva" userId="9367907e4847b616" providerId="LiveId" clId="{74B429C4-7A5C-4F9C-B6EA-D541A4F83635}" dt="2023-12-07T00:33:48.350" v="3785" actId="11529"/>
          <ac:cxnSpMkLst>
            <pc:docMk/>
            <pc:sldMk cId="3805736252" sldId="273"/>
            <ac:cxnSpMk id="13" creationId="{8810E0BE-1469-FE2C-62D0-6CD1FD86FCE0}"/>
          </ac:cxnSpMkLst>
        </pc:cxnChg>
      </pc:sldChg>
      <pc:sldChg chg="modSp mod">
        <pc:chgData name="Christian Villanueva" userId="9367907e4847b616" providerId="LiveId" clId="{74B429C4-7A5C-4F9C-B6EA-D541A4F83635}" dt="2023-12-06T23:41:12.457" v="1047" actId="20577"/>
        <pc:sldMkLst>
          <pc:docMk/>
          <pc:sldMk cId="1730968163" sldId="274"/>
        </pc:sldMkLst>
        <pc:spChg chg="mod">
          <ac:chgData name="Christian Villanueva" userId="9367907e4847b616" providerId="LiveId" clId="{74B429C4-7A5C-4F9C-B6EA-D541A4F83635}" dt="2023-12-06T23:39:14.680" v="543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41:12.457" v="1047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74B429C4-7A5C-4F9C-B6EA-D541A4F83635}" dt="2023-12-06T23:53:36.390" v="2060" actId="113"/>
        <pc:sldMkLst>
          <pc:docMk/>
          <pc:sldMk cId="900127888" sldId="276"/>
        </pc:sldMkLst>
        <pc:spChg chg="mod">
          <ac:chgData name="Christian Villanueva" userId="9367907e4847b616" providerId="LiveId" clId="{74B429C4-7A5C-4F9C-B6EA-D541A4F83635}" dt="2023-12-06T23:51:56.772" v="1636" actId="20577"/>
          <ac:spMkLst>
            <pc:docMk/>
            <pc:sldMk cId="900127888" sldId="276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3:36.390" v="2060" actId="113"/>
          <ac:spMkLst>
            <pc:docMk/>
            <pc:sldMk cId="900127888" sldId="276"/>
            <ac:spMk id="9" creationId="{30D555CC-90BC-BE52-9BE3-30C735F83DFB}"/>
          </ac:spMkLst>
        </pc:spChg>
      </pc:sldChg>
      <pc:sldChg chg="addSp modSp mod">
        <pc:chgData name="Christian Villanueva" userId="9367907e4847b616" providerId="LiveId" clId="{74B429C4-7A5C-4F9C-B6EA-D541A4F83635}" dt="2023-12-07T00:57:39.866" v="3792" actId="14100"/>
        <pc:sldMkLst>
          <pc:docMk/>
          <pc:sldMk cId="2966078865" sldId="277"/>
        </pc:sldMkLst>
        <pc:spChg chg="mod">
          <ac:chgData name="Christian Villanueva" userId="9367907e4847b616" providerId="LiveId" clId="{74B429C4-7A5C-4F9C-B6EA-D541A4F83635}" dt="2023-12-07T00:00:37.441" v="2474" actId="20577"/>
          <ac:spMkLst>
            <pc:docMk/>
            <pc:sldMk cId="2966078865" sldId="277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05:49.985" v="2693" actId="113"/>
          <ac:spMkLst>
            <pc:docMk/>
            <pc:sldMk cId="2966078865" sldId="277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02:59.676" v="2593" actId="20577"/>
          <ac:spMkLst>
            <pc:docMk/>
            <pc:sldMk cId="2966078865" sldId="277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4:09.342" v="2598" actId="1076"/>
          <ac:picMkLst>
            <pc:docMk/>
            <pc:sldMk cId="2966078865" sldId="277"/>
            <ac:picMk id="2050" creationId="{F82D1A36-B4C2-E7E2-97BD-A2E3726CDA9A}"/>
          </ac:picMkLst>
        </pc:picChg>
        <pc:cxnChg chg="add mod">
          <ac:chgData name="Christian Villanueva" userId="9367907e4847b616" providerId="LiveId" clId="{74B429C4-7A5C-4F9C-B6EA-D541A4F83635}" dt="2023-12-07T00:57:39.866" v="3792" actId="14100"/>
          <ac:cxnSpMkLst>
            <pc:docMk/>
            <pc:sldMk cId="2966078865" sldId="277"/>
            <ac:cxnSpMk id="5" creationId="{0AB89FC0-4686-F5BF-F289-6B523E93647D}"/>
          </ac:cxnSpMkLst>
        </pc:cxnChg>
      </pc:sldChg>
      <pc:sldChg chg="del">
        <pc:chgData name="Christian Villanueva" userId="9367907e4847b616" providerId="LiveId" clId="{74B429C4-7A5C-4F9C-B6EA-D541A4F83635}" dt="2023-12-07T00:06:21.352" v="2695" actId="47"/>
        <pc:sldMkLst>
          <pc:docMk/>
          <pc:sldMk cId="622744091" sldId="278"/>
        </pc:sldMkLst>
      </pc:sldChg>
      <pc:sldChg chg="del">
        <pc:chgData name="Christian Villanueva" userId="9367907e4847b616" providerId="LiveId" clId="{74B429C4-7A5C-4F9C-B6EA-D541A4F83635}" dt="2023-12-07T00:06:25.593" v="2696" actId="47"/>
        <pc:sldMkLst>
          <pc:docMk/>
          <pc:sldMk cId="4170348440" sldId="279"/>
        </pc:sldMkLst>
      </pc:sldChg>
      <pc:sldChg chg="del">
        <pc:chgData name="Christian Villanueva" userId="9367907e4847b616" providerId="LiveId" clId="{74B429C4-7A5C-4F9C-B6EA-D541A4F83635}" dt="2023-12-07T00:06:26.660" v="2697" actId="47"/>
        <pc:sldMkLst>
          <pc:docMk/>
          <pc:sldMk cId="3524410507" sldId="280"/>
        </pc:sldMkLst>
      </pc:sldChg>
      <pc:sldChg chg="del">
        <pc:chgData name="Christian Villanueva" userId="9367907e4847b616" providerId="LiveId" clId="{74B429C4-7A5C-4F9C-B6EA-D541A4F83635}" dt="2023-12-07T00:06:27.448" v="2698" actId="47"/>
        <pc:sldMkLst>
          <pc:docMk/>
          <pc:sldMk cId="898953537" sldId="281"/>
        </pc:sldMkLst>
      </pc:sldChg>
      <pc:sldChg chg="addSp modSp add mod">
        <pc:chgData name="Christian Villanueva" userId="9367907e4847b616" providerId="LiveId" clId="{74B429C4-7A5C-4F9C-B6EA-D541A4F83635}" dt="2023-12-06T23:50:06.692" v="1616" actId="1076"/>
        <pc:sldMkLst>
          <pc:docMk/>
          <pc:sldMk cId="4252742030" sldId="282"/>
        </pc:sldMkLst>
        <pc:spChg chg="mod">
          <ac:chgData name="Christian Villanueva" userId="9367907e4847b616" providerId="LiveId" clId="{74B429C4-7A5C-4F9C-B6EA-D541A4F83635}" dt="2023-12-06T23:41:46.117" v="1062" actId="20577"/>
          <ac:spMkLst>
            <pc:docMk/>
            <pc:sldMk cId="4252742030" sldId="282"/>
            <ac:spMk id="2" creationId="{86705015-20EE-35FE-01D6-B865C6688E52}"/>
          </ac:spMkLst>
        </pc:spChg>
        <pc:spChg chg="mod">
          <ac:chgData name="Christian Villanueva" userId="9367907e4847b616" providerId="LiveId" clId="{74B429C4-7A5C-4F9C-B6EA-D541A4F83635}" dt="2023-12-06T23:50:02.332" v="1612" actId="1076"/>
          <ac:spMkLst>
            <pc:docMk/>
            <pc:sldMk cId="4252742030" sldId="282"/>
            <ac:spMk id="3" creationId="{01D8EAC6-B22C-71F3-4A0A-C98523B1A82F}"/>
          </ac:spMkLst>
        </pc:spChg>
        <pc:picChg chg="add mod">
          <ac:chgData name="Christian Villanueva" userId="9367907e4847b616" providerId="LiveId" clId="{74B429C4-7A5C-4F9C-B6EA-D541A4F83635}" dt="2023-12-06T23:50:06.692" v="1616" actId="1076"/>
          <ac:picMkLst>
            <pc:docMk/>
            <pc:sldMk cId="4252742030" sldId="282"/>
            <ac:picMk id="5" creationId="{834E5673-0D04-288C-F1BD-F9B5B17A09C5}"/>
          </ac:picMkLst>
        </pc:picChg>
      </pc:sldChg>
      <pc:sldChg chg="modSp add mod">
        <pc:chgData name="Christian Villanueva" userId="9367907e4847b616" providerId="LiveId" clId="{74B429C4-7A5C-4F9C-B6EA-D541A4F83635}" dt="2023-12-06T23:55:52.157" v="2443" actId="20577"/>
        <pc:sldMkLst>
          <pc:docMk/>
          <pc:sldMk cId="1852912204" sldId="283"/>
        </pc:sldMkLst>
        <pc:spChg chg="mod">
          <ac:chgData name="Christian Villanueva" userId="9367907e4847b616" providerId="LiveId" clId="{74B429C4-7A5C-4F9C-B6EA-D541A4F83635}" dt="2023-12-06T23:55:52.157" v="2443" actId="20577"/>
          <ac:spMkLst>
            <pc:docMk/>
            <pc:sldMk cId="1852912204" sldId="283"/>
            <ac:spMk id="9" creationId="{30D555CC-90BC-BE52-9BE3-30C735F83DFB}"/>
          </ac:spMkLst>
        </pc:spChg>
      </pc:sldChg>
      <pc:sldChg chg="addSp delSp modSp add mod">
        <pc:chgData name="Christian Villanueva" userId="9367907e4847b616" providerId="LiveId" clId="{74B429C4-7A5C-4F9C-B6EA-D541A4F83635}" dt="2023-12-06T23:57:10.829" v="2451" actId="1076"/>
        <pc:sldMkLst>
          <pc:docMk/>
          <pc:sldMk cId="3093019178" sldId="284"/>
        </pc:sldMkLst>
        <pc:spChg chg="add del mod">
          <ac:chgData name="Christian Villanueva" userId="9367907e4847b616" providerId="LiveId" clId="{74B429C4-7A5C-4F9C-B6EA-D541A4F83635}" dt="2023-12-06T23:57:00.288" v="2446" actId="478"/>
          <ac:spMkLst>
            <pc:docMk/>
            <pc:sldMk cId="3093019178" sldId="284"/>
            <ac:spMk id="4" creationId="{BC3771BA-F939-1350-AD31-C0C16BBE6FE5}"/>
          </ac:spMkLst>
        </pc:spChg>
        <pc:spChg chg="del">
          <ac:chgData name="Christian Villanueva" userId="9367907e4847b616" providerId="LiveId" clId="{74B429C4-7A5C-4F9C-B6EA-D541A4F83635}" dt="2023-12-06T23:56:56.549" v="2445" actId="478"/>
          <ac:spMkLst>
            <pc:docMk/>
            <pc:sldMk cId="3093019178" sldId="284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6T23:57:10.829" v="2451" actId="1076"/>
          <ac:picMkLst>
            <pc:docMk/>
            <pc:sldMk cId="3093019178" sldId="284"/>
            <ac:picMk id="1026" creationId="{C3E3D7FE-E2EF-19B3-2084-5F64B2B0E1D5}"/>
          </ac:picMkLst>
        </pc:picChg>
      </pc:sldChg>
      <pc:sldChg chg="addSp delSp modSp add mod">
        <pc:chgData name="Christian Villanueva" userId="9367907e4847b616" providerId="LiveId" clId="{74B429C4-7A5C-4F9C-B6EA-D541A4F83635}" dt="2023-12-07T00:10:20.826" v="3136" actId="20577"/>
        <pc:sldMkLst>
          <pc:docMk/>
          <pc:sldMk cId="1322830626" sldId="285"/>
        </pc:sldMkLst>
        <pc:spChg chg="mod">
          <ac:chgData name="Christian Villanueva" userId="9367907e4847b616" providerId="LiveId" clId="{74B429C4-7A5C-4F9C-B6EA-D541A4F83635}" dt="2023-12-07T00:06:40.402" v="2724" actId="20577"/>
          <ac:spMkLst>
            <pc:docMk/>
            <pc:sldMk cId="1322830626" sldId="285"/>
            <ac:spMk id="2" creationId="{86705015-20EE-35FE-01D6-B865C6688E52}"/>
          </ac:spMkLst>
        </pc:spChg>
        <pc:spChg chg="del">
          <ac:chgData name="Christian Villanueva" userId="9367907e4847b616" providerId="LiveId" clId="{74B429C4-7A5C-4F9C-B6EA-D541A4F83635}" dt="2023-12-07T00:08:23.311" v="3000" actId="478"/>
          <ac:spMkLst>
            <pc:docMk/>
            <pc:sldMk cId="1322830626" sldId="285"/>
            <ac:spMk id="3" creationId="{332D1DF6-A7A5-9FA5-9281-58A72A51458E}"/>
          </ac:spMkLst>
        </pc:spChg>
        <pc:spChg chg="mod">
          <ac:chgData name="Christian Villanueva" userId="9367907e4847b616" providerId="LiveId" clId="{74B429C4-7A5C-4F9C-B6EA-D541A4F83635}" dt="2023-12-07T00:10:20.826" v="3136" actId="20577"/>
          <ac:spMkLst>
            <pc:docMk/>
            <pc:sldMk cId="1322830626" sldId="285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09:58.265" v="3118" actId="1076"/>
          <ac:picMkLst>
            <pc:docMk/>
            <pc:sldMk cId="1322830626" sldId="285"/>
            <ac:picMk id="5" creationId="{CF3694D6-3597-81FD-CB8A-18309629A1D7}"/>
          </ac:picMkLst>
        </pc:picChg>
        <pc:picChg chg="del">
          <ac:chgData name="Christian Villanueva" userId="9367907e4847b616" providerId="LiveId" clId="{74B429C4-7A5C-4F9C-B6EA-D541A4F83635}" dt="2023-12-07T00:06:42.617" v="2725" actId="478"/>
          <ac:picMkLst>
            <pc:docMk/>
            <pc:sldMk cId="1322830626" sldId="285"/>
            <ac:picMk id="2050" creationId="{F82D1A36-B4C2-E7E2-97BD-A2E3726CDA9A}"/>
          </ac:picMkLst>
        </pc:picChg>
      </pc:sldChg>
      <pc:sldChg chg="addSp delSp modSp add mod">
        <pc:chgData name="Christian Villanueva" userId="9367907e4847b616" providerId="LiveId" clId="{74B429C4-7A5C-4F9C-B6EA-D541A4F83635}" dt="2023-12-07T00:11:55.610" v="3394" actId="478"/>
        <pc:sldMkLst>
          <pc:docMk/>
          <pc:sldMk cId="3331389868" sldId="286"/>
        </pc:sldMkLst>
        <pc:spChg chg="mod">
          <ac:chgData name="Christian Villanueva" userId="9367907e4847b616" providerId="LiveId" clId="{74B429C4-7A5C-4F9C-B6EA-D541A4F83635}" dt="2023-12-07T00:11:51.275" v="3391" actId="20577"/>
          <ac:spMkLst>
            <pc:docMk/>
            <pc:sldMk cId="3331389868" sldId="286"/>
            <ac:spMk id="9" creationId="{30D555CC-90BC-BE52-9BE3-30C735F83DFB}"/>
          </ac:spMkLst>
        </pc:spChg>
        <pc:picChg chg="add mod">
          <ac:chgData name="Christian Villanueva" userId="9367907e4847b616" providerId="LiveId" clId="{74B429C4-7A5C-4F9C-B6EA-D541A4F83635}" dt="2023-12-07T00:11:54.566" v="3393" actId="1076"/>
          <ac:picMkLst>
            <pc:docMk/>
            <pc:sldMk cId="3331389868" sldId="286"/>
            <ac:picMk id="4" creationId="{3940E499-14FF-F977-9E7E-C4843ED2EB64}"/>
          </ac:picMkLst>
        </pc:picChg>
        <pc:picChg chg="del">
          <ac:chgData name="Christian Villanueva" userId="9367907e4847b616" providerId="LiveId" clId="{74B429C4-7A5C-4F9C-B6EA-D541A4F83635}" dt="2023-12-07T00:11:55.610" v="3394" actId="478"/>
          <ac:picMkLst>
            <pc:docMk/>
            <pc:sldMk cId="3331389868" sldId="286"/>
            <ac:picMk id="5" creationId="{CF3694D6-3597-81FD-CB8A-18309629A1D7}"/>
          </ac:picMkLst>
        </pc:picChg>
      </pc:sldChg>
      <pc:sldChg chg="addSp delSp modSp add mod">
        <pc:chgData name="Christian Villanueva" userId="9367907e4847b616" providerId="LiveId" clId="{74B429C4-7A5C-4F9C-B6EA-D541A4F83635}" dt="2023-12-07T00:14:34.200" v="3427" actId="1076"/>
        <pc:sldMkLst>
          <pc:docMk/>
          <pc:sldMk cId="2972805099" sldId="287"/>
        </pc:sldMkLst>
        <pc:spChg chg="mod">
          <ac:chgData name="Christian Villanueva" userId="9367907e4847b616" providerId="LiveId" clId="{74B429C4-7A5C-4F9C-B6EA-D541A4F83635}" dt="2023-12-07T00:12:41.203" v="3403" actId="20577"/>
          <ac:spMkLst>
            <pc:docMk/>
            <pc:sldMk cId="2972805099" sldId="287"/>
            <ac:spMk id="2" creationId="{86705015-20EE-35FE-01D6-B865C6688E52}"/>
          </ac:spMkLst>
        </pc:spChg>
        <pc:spChg chg="add del mod">
          <ac:chgData name="Christian Villanueva" userId="9367907e4847b616" providerId="LiveId" clId="{74B429C4-7A5C-4F9C-B6EA-D541A4F83635}" dt="2023-12-07T00:12:48.783" v="3407" actId="478"/>
          <ac:spMkLst>
            <pc:docMk/>
            <pc:sldMk cId="2972805099" sldId="287"/>
            <ac:spMk id="5" creationId="{E4AECB0B-D22B-6EDD-8D68-2E192C2B5A72}"/>
          </ac:spMkLst>
        </pc:spChg>
        <pc:spChg chg="del">
          <ac:chgData name="Christian Villanueva" userId="9367907e4847b616" providerId="LiveId" clId="{74B429C4-7A5C-4F9C-B6EA-D541A4F83635}" dt="2023-12-07T00:12:45.669" v="3405" actId="478"/>
          <ac:spMkLst>
            <pc:docMk/>
            <pc:sldMk cId="2972805099" sldId="287"/>
            <ac:spMk id="9" creationId="{30D555CC-90BC-BE52-9BE3-30C735F83DFB}"/>
          </ac:spMkLst>
        </pc:spChg>
        <pc:picChg chg="del">
          <ac:chgData name="Christian Villanueva" userId="9367907e4847b616" providerId="LiveId" clId="{74B429C4-7A5C-4F9C-B6EA-D541A4F83635}" dt="2023-12-07T00:12:43.439" v="3404" actId="478"/>
          <ac:picMkLst>
            <pc:docMk/>
            <pc:sldMk cId="2972805099" sldId="287"/>
            <ac:picMk id="4" creationId="{3940E499-14FF-F977-9E7E-C4843ED2EB64}"/>
          </ac:picMkLst>
        </pc:picChg>
        <pc:picChg chg="add mod">
          <ac:chgData name="Christian Villanueva" userId="9367907e4847b616" providerId="LiveId" clId="{74B429C4-7A5C-4F9C-B6EA-D541A4F83635}" dt="2023-12-07T00:13:40.420" v="3419" actId="1076"/>
          <ac:picMkLst>
            <pc:docMk/>
            <pc:sldMk cId="2972805099" sldId="287"/>
            <ac:picMk id="3074" creationId="{D690CD69-5DEC-34F1-15AE-EAD81BDD78BD}"/>
          </ac:picMkLst>
        </pc:picChg>
        <pc:picChg chg="add mod">
          <ac:chgData name="Christian Villanueva" userId="9367907e4847b616" providerId="LiveId" clId="{74B429C4-7A5C-4F9C-B6EA-D541A4F83635}" dt="2023-12-07T00:14:30.328" v="3425" actId="1076"/>
          <ac:picMkLst>
            <pc:docMk/>
            <pc:sldMk cId="2972805099" sldId="287"/>
            <ac:picMk id="3076" creationId="{2078D1E4-E898-48D3-BCA2-3359113A42D0}"/>
          </ac:picMkLst>
        </pc:picChg>
        <pc:picChg chg="add mod">
          <ac:chgData name="Christian Villanueva" userId="9367907e4847b616" providerId="LiveId" clId="{74B429C4-7A5C-4F9C-B6EA-D541A4F83635}" dt="2023-12-07T00:14:34.200" v="3427" actId="1076"/>
          <ac:picMkLst>
            <pc:docMk/>
            <pc:sldMk cId="2972805099" sldId="287"/>
            <ac:picMk id="3078" creationId="{47B033A7-7AB4-1B6D-E5DE-26A3FE6E9F68}"/>
          </ac:picMkLst>
        </pc:picChg>
      </pc:sldChg>
      <pc:sldChg chg="addSp delSp modSp add mod">
        <pc:chgData name="Christian Villanueva" userId="9367907e4847b616" providerId="LiveId" clId="{74B429C4-7A5C-4F9C-B6EA-D541A4F83635}" dt="2023-12-07T00:16:29.402" v="3780" actId="20577"/>
        <pc:sldMkLst>
          <pc:docMk/>
          <pc:sldMk cId="1764540550" sldId="288"/>
        </pc:sldMkLst>
        <pc:spChg chg="mod">
          <ac:chgData name="Christian Villanueva" userId="9367907e4847b616" providerId="LiveId" clId="{74B429C4-7A5C-4F9C-B6EA-D541A4F83635}" dt="2023-12-07T00:14:45.839" v="3458" actId="20577"/>
          <ac:spMkLst>
            <pc:docMk/>
            <pc:sldMk cId="1764540550" sldId="288"/>
            <ac:spMk id="2" creationId="{86705015-20EE-35FE-01D6-B865C6688E52}"/>
          </ac:spMkLst>
        </pc:spChg>
        <pc:spChg chg="add mod">
          <ac:chgData name="Christian Villanueva" userId="9367907e4847b616" providerId="LiveId" clId="{74B429C4-7A5C-4F9C-B6EA-D541A4F83635}" dt="2023-12-07T00:16:29.402" v="3780" actId="20577"/>
          <ac:spMkLst>
            <pc:docMk/>
            <pc:sldMk cId="1764540550" sldId="288"/>
            <ac:spMk id="3" creationId="{1BB2BFB2-01A7-D84B-0C60-0FB3FE7D0771}"/>
          </ac:spMkLst>
        </pc:spChg>
        <pc:picChg chg="del">
          <ac:chgData name="Christian Villanueva" userId="9367907e4847b616" providerId="LiveId" clId="{74B429C4-7A5C-4F9C-B6EA-D541A4F83635}" dt="2023-12-07T00:14:47.515" v="3459" actId="478"/>
          <ac:picMkLst>
            <pc:docMk/>
            <pc:sldMk cId="1764540550" sldId="288"/>
            <ac:picMk id="3074" creationId="{D690CD69-5DEC-34F1-15AE-EAD81BDD78BD}"/>
          </ac:picMkLst>
        </pc:picChg>
        <pc:picChg chg="del mod">
          <ac:chgData name="Christian Villanueva" userId="9367907e4847b616" providerId="LiveId" clId="{74B429C4-7A5C-4F9C-B6EA-D541A4F83635}" dt="2023-12-07T00:14:49.215" v="3462" actId="478"/>
          <ac:picMkLst>
            <pc:docMk/>
            <pc:sldMk cId="1764540550" sldId="288"/>
            <ac:picMk id="3076" creationId="{2078D1E4-E898-48D3-BCA2-3359113A42D0}"/>
          </ac:picMkLst>
        </pc:picChg>
        <pc:picChg chg="del">
          <ac:chgData name="Christian Villanueva" userId="9367907e4847b616" providerId="LiveId" clId="{74B429C4-7A5C-4F9C-B6EA-D541A4F83635}" dt="2023-12-07T00:14:48.588" v="3460" actId="478"/>
          <ac:picMkLst>
            <pc:docMk/>
            <pc:sldMk cId="1764540550" sldId="288"/>
            <ac:picMk id="3078" creationId="{47B033A7-7AB4-1B6D-E5DE-26A3FE6E9F68}"/>
          </ac:picMkLst>
        </pc:picChg>
      </pc:sldChg>
    </pc:docChg>
  </pc:docChgLst>
  <pc:docChgLst>
    <pc:chgData name="Christian Villanueva" userId="9367907e4847b616" providerId="LiveId" clId="{79F51C46-48EE-42B2-AF93-5D70829A3278}"/>
    <pc:docChg chg="undo custSel addSld delSld modSld">
      <pc:chgData name="Christian Villanueva" userId="9367907e4847b616" providerId="LiveId" clId="{79F51C46-48EE-42B2-AF93-5D70829A3278}" dt="2024-10-12T13:20:28.354" v="2653" actId="47"/>
      <pc:docMkLst>
        <pc:docMk/>
      </pc:docMkLst>
      <pc:sldChg chg="modSp mod">
        <pc:chgData name="Christian Villanueva" userId="9367907e4847b616" providerId="LiveId" clId="{79F51C46-48EE-42B2-AF93-5D70829A3278}" dt="2024-10-05T21:13:34.725" v="37" actId="20577"/>
        <pc:sldMkLst>
          <pc:docMk/>
          <pc:sldMk cId="2517860399" sldId="256"/>
        </pc:sldMkLst>
        <pc:spChg chg="mod">
          <ac:chgData name="Christian Villanueva" userId="9367907e4847b616" providerId="LiveId" clId="{79F51C46-48EE-42B2-AF93-5D70829A3278}" dt="2024-10-05T21:13:34.725" v="3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79F51C46-48EE-42B2-AF93-5D70829A3278}" dt="2024-10-12T13:06:09.631" v="1075" actId="20577"/>
        <pc:sldMkLst>
          <pc:docMk/>
          <pc:sldMk cId="1457034104" sldId="257"/>
        </pc:sldMkLst>
        <pc:spChg chg="mod">
          <ac:chgData name="Christian Villanueva" userId="9367907e4847b616" providerId="LiveId" clId="{79F51C46-48EE-42B2-AF93-5D70829A3278}" dt="2024-10-12T13:06:09.631" v="1075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79F51C46-48EE-42B2-AF93-5D70829A3278}" dt="2024-10-12T13:13:45.372" v="1614" actId="1076"/>
        <pc:sldMkLst>
          <pc:docMk/>
          <pc:sldMk cId="3805736252" sldId="273"/>
        </pc:sldMkLst>
        <pc:spChg chg="mod">
          <ac:chgData name="Christian Villanueva" userId="9367907e4847b616" providerId="LiveId" clId="{79F51C46-48EE-42B2-AF93-5D70829A3278}" dt="2024-10-12T13:13:20.067" v="1606" actId="20577"/>
          <ac:spMkLst>
            <pc:docMk/>
            <pc:sldMk cId="3805736252" sldId="273"/>
            <ac:spMk id="2" creationId="{86705015-20EE-35FE-01D6-B865C6688E52}"/>
          </ac:spMkLst>
        </pc:spChg>
        <pc:spChg chg="del">
          <ac:chgData name="Christian Villanueva" userId="9367907e4847b616" providerId="LiveId" clId="{79F51C46-48EE-42B2-AF93-5D70829A3278}" dt="2024-10-12T13:13:26.990" v="1609" actId="478"/>
          <ac:spMkLst>
            <pc:docMk/>
            <pc:sldMk cId="3805736252" sldId="273"/>
            <ac:spMk id="15" creationId="{A73C5E39-68D4-3B98-14AD-FC8753FA8D4E}"/>
          </ac:spMkLst>
        </pc:spChg>
        <pc:picChg chg="del">
          <ac:chgData name="Christian Villanueva" userId="9367907e4847b616" providerId="LiveId" clId="{79F51C46-48EE-42B2-AF93-5D70829A3278}" dt="2024-10-12T13:13:22.864" v="1607" actId="478"/>
          <ac:picMkLst>
            <pc:docMk/>
            <pc:sldMk cId="3805736252" sldId="273"/>
            <ac:picMk id="7" creationId="{264CFE14-9F87-9E68-FEB0-84846AF9CD75}"/>
          </ac:picMkLst>
        </pc:picChg>
        <pc:picChg chg="del">
          <ac:chgData name="Christian Villanueva" userId="9367907e4847b616" providerId="LiveId" clId="{79F51C46-48EE-42B2-AF93-5D70829A3278}" dt="2024-10-12T13:13:24.145" v="1608" actId="478"/>
          <ac:picMkLst>
            <pc:docMk/>
            <pc:sldMk cId="3805736252" sldId="273"/>
            <ac:picMk id="9" creationId="{088445C0-D29A-6F54-487D-73829AB67590}"/>
          </ac:picMkLst>
        </pc:picChg>
        <pc:picChg chg="add mod">
          <ac:chgData name="Christian Villanueva" userId="9367907e4847b616" providerId="LiveId" clId="{79F51C46-48EE-42B2-AF93-5D70829A3278}" dt="2024-10-12T13:13:45.372" v="1614" actId="1076"/>
          <ac:picMkLst>
            <pc:docMk/>
            <pc:sldMk cId="3805736252" sldId="273"/>
            <ac:picMk id="1026" creationId="{3CB5AC37-F86C-AFDA-16AD-E24E6D5ECEC8}"/>
          </ac:picMkLst>
        </pc:picChg>
        <pc:cxnChg chg="del">
          <ac:chgData name="Christian Villanueva" userId="9367907e4847b616" providerId="LiveId" clId="{79F51C46-48EE-42B2-AF93-5D70829A3278}" dt="2024-10-12T13:13:26.990" v="1609" actId="478"/>
          <ac:cxnSpMkLst>
            <pc:docMk/>
            <pc:sldMk cId="3805736252" sldId="273"/>
            <ac:cxnSpMk id="4" creationId="{FB1823CD-9973-FD99-BBF5-A913C6092F21}"/>
          </ac:cxnSpMkLst>
        </pc:cxnChg>
        <pc:cxnChg chg="del">
          <ac:chgData name="Christian Villanueva" userId="9367907e4847b616" providerId="LiveId" clId="{79F51C46-48EE-42B2-AF93-5D70829A3278}" dt="2024-10-12T13:13:26.990" v="1609" actId="478"/>
          <ac:cxnSpMkLst>
            <pc:docMk/>
            <pc:sldMk cId="3805736252" sldId="273"/>
            <ac:cxnSpMk id="6" creationId="{BFED4B44-0586-E6A2-EAEC-4F126C65D982}"/>
          </ac:cxnSpMkLst>
        </pc:cxnChg>
        <pc:cxnChg chg="del">
          <ac:chgData name="Christian Villanueva" userId="9367907e4847b616" providerId="LiveId" clId="{79F51C46-48EE-42B2-AF93-5D70829A3278}" dt="2024-10-12T13:13:26.990" v="1609" actId="478"/>
          <ac:cxnSpMkLst>
            <pc:docMk/>
            <pc:sldMk cId="3805736252" sldId="273"/>
            <ac:cxnSpMk id="13" creationId="{8810E0BE-1469-FE2C-62D0-6CD1FD86FCE0}"/>
          </ac:cxnSpMkLst>
        </pc:cxnChg>
      </pc:sldChg>
      <pc:sldChg chg="modSp mod">
        <pc:chgData name="Christian Villanueva" userId="9367907e4847b616" providerId="LiveId" clId="{79F51C46-48EE-42B2-AF93-5D70829A3278}" dt="2024-10-12T13:19:53.234" v="2644" actId="20577"/>
        <pc:sldMkLst>
          <pc:docMk/>
          <pc:sldMk cId="1730968163" sldId="274"/>
        </pc:sldMkLst>
        <pc:spChg chg="mod">
          <ac:chgData name="Christian Villanueva" userId="9367907e4847b616" providerId="LiveId" clId="{79F51C46-48EE-42B2-AF93-5D70829A3278}" dt="2024-10-12T13:14:43.159" v="1641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79F51C46-48EE-42B2-AF93-5D70829A3278}" dt="2024-10-12T13:19:53.234" v="2644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del">
        <pc:chgData name="Christian Villanueva" userId="9367907e4847b616" providerId="LiveId" clId="{79F51C46-48EE-42B2-AF93-5D70829A3278}" dt="2024-10-12T13:20:24.057" v="2646" actId="47"/>
        <pc:sldMkLst>
          <pc:docMk/>
          <pc:sldMk cId="900127888" sldId="276"/>
        </pc:sldMkLst>
      </pc:sldChg>
      <pc:sldChg chg="del">
        <pc:chgData name="Christian Villanueva" userId="9367907e4847b616" providerId="LiveId" clId="{79F51C46-48EE-42B2-AF93-5D70829A3278}" dt="2024-10-12T13:20:25.041" v="2649" actId="47"/>
        <pc:sldMkLst>
          <pc:docMk/>
          <pc:sldMk cId="2966078865" sldId="277"/>
        </pc:sldMkLst>
      </pc:sldChg>
      <pc:sldChg chg="del">
        <pc:chgData name="Christian Villanueva" userId="9367907e4847b616" providerId="LiveId" clId="{79F51C46-48EE-42B2-AF93-5D70829A3278}" dt="2024-10-12T13:20:23.213" v="2645" actId="47"/>
        <pc:sldMkLst>
          <pc:docMk/>
          <pc:sldMk cId="4252742030" sldId="282"/>
        </pc:sldMkLst>
      </pc:sldChg>
      <pc:sldChg chg="del">
        <pc:chgData name="Christian Villanueva" userId="9367907e4847b616" providerId="LiveId" clId="{79F51C46-48EE-42B2-AF93-5D70829A3278}" dt="2024-10-12T13:20:24.323" v="2647" actId="47"/>
        <pc:sldMkLst>
          <pc:docMk/>
          <pc:sldMk cId="1852912204" sldId="283"/>
        </pc:sldMkLst>
      </pc:sldChg>
      <pc:sldChg chg="del">
        <pc:chgData name="Christian Villanueva" userId="9367907e4847b616" providerId="LiveId" clId="{79F51C46-48EE-42B2-AF93-5D70829A3278}" dt="2024-10-12T13:20:24.557" v="2648" actId="47"/>
        <pc:sldMkLst>
          <pc:docMk/>
          <pc:sldMk cId="3093019178" sldId="284"/>
        </pc:sldMkLst>
      </pc:sldChg>
      <pc:sldChg chg="del">
        <pc:chgData name="Christian Villanueva" userId="9367907e4847b616" providerId="LiveId" clId="{79F51C46-48EE-42B2-AF93-5D70829A3278}" dt="2024-10-12T13:20:25.369" v="2650" actId="47"/>
        <pc:sldMkLst>
          <pc:docMk/>
          <pc:sldMk cId="1322830626" sldId="285"/>
        </pc:sldMkLst>
      </pc:sldChg>
      <pc:sldChg chg="del">
        <pc:chgData name="Christian Villanueva" userId="9367907e4847b616" providerId="LiveId" clId="{79F51C46-48EE-42B2-AF93-5D70829A3278}" dt="2024-10-12T13:20:25.854" v="2651" actId="47"/>
        <pc:sldMkLst>
          <pc:docMk/>
          <pc:sldMk cId="3331389868" sldId="286"/>
        </pc:sldMkLst>
      </pc:sldChg>
      <pc:sldChg chg="del">
        <pc:chgData name="Christian Villanueva" userId="9367907e4847b616" providerId="LiveId" clId="{79F51C46-48EE-42B2-AF93-5D70829A3278}" dt="2024-10-12T13:20:26.260" v="2652" actId="47"/>
        <pc:sldMkLst>
          <pc:docMk/>
          <pc:sldMk cId="2972805099" sldId="287"/>
        </pc:sldMkLst>
      </pc:sldChg>
      <pc:sldChg chg="del">
        <pc:chgData name="Christian Villanueva" userId="9367907e4847b616" providerId="LiveId" clId="{79F51C46-48EE-42B2-AF93-5D70829A3278}" dt="2024-10-12T13:20:28.354" v="2653" actId="47"/>
        <pc:sldMkLst>
          <pc:docMk/>
          <pc:sldMk cId="1764540550" sldId="288"/>
        </pc:sldMkLst>
      </pc:sldChg>
      <pc:sldChg chg="new del">
        <pc:chgData name="Christian Villanueva" userId="9367907e4847b616" providerId="LiveId" clId="{79F51C46-48EE-42B2-AF93-5D70829A3278}" dt="2024-10-12T13:04:21.169" v="827" actId="47"/>
        <pc:sldMkLst>
          <pc:docMk/>
          <pc:sldMk cId="2876953376" sldId="289"/>
        </pc:sldMkLst>
      </pc:sldChg>
      <pc:sldChg chg="modSp add mod">
        <pc:chgData name="Christian Villanueva" userId="9367907e4847b616" providerId="LiveId" clId="{79F51C46-48EE-42B2-AF93-5D70829A3278}" dt="2024-10-12T13:09:35.256" v="1584" actId="20577"/>
        <pc:sldMkLst>
          <pc:docMk/>
          <pc:sldMk cId="514420835" sldId="290"/>
        </pc:sldMkLst>
        <pc:spChg chg="mod">
          <ac:chgData name="Christian Villanueva" userId="9367907e4847b616" providerId="LiveId" clId="{79F51C46-48EE-42B2-AF93-5D70829A3278}" dt="2024-10-12T13:09:35.256" v="1584" actId="20577"/>
          <ac:spMkLst>
            <pc:docMk/>
            <pc:sldMk cId="514420835" sldId="290"/>
            <ac:spMk id="3" creationId="{01D8EAC6-B22C-71F3-4A0A-C98523B1A82F}"/>
          </ac:spMkLst>
        </pc:spChg>
      </pc:sldChg>
    </pc:docChg>
  </pc:docChgLst>
  <pc:docChgLst>
    <pc:chgData name="Christian Villanueva" userId="9367907e4847b616" providerId="LiveId" clId="{76623A64-E5A0-41E7-A574-6CED893A8DF0}"/>
    <pc:docChg chg="undo custSel addSld delSld modSld sldOrd">
      <pc:chgData name="Christian Villanueva" userId="9367907e4847b616" providerId="LiveId" clId="{76623A64-E5A0-41E7-A574-6CED893A8DF0}" dt="2023-09-06T22:21:52.451" v="1556" actId="732"/>
      <pc:docMkLst>
        <pc:docMk/>
      </pc:docMkLst>
      <pc:sldChg chg="modSp mod">
        <pc:chgData name="Christian Villanueva" userId="9367907e4847b616" providerId="LiveId" clId="{76623A64-E5A0-41E7-A574-6CED893A8DF0}" dt="2023-09-06T16:20:15.986" v="7" actId="20577"/>
        <pc:sldMkLst>
          <pc:docMk/>
          <pc:sldMk cId="2517860399" sldId="256"/>
        </pc:sldMkLst>
        <pc:spChg chg="mod">
          <ac:chgData name="Christian Villanueva" userId="9367907e4847b616" providerId="LiveId" clId="{76623A64-E5A0-41E7-A574-6CED893A8DF0}" dt="2023-09-06T16:20:15.986" v="7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modSp mod">
        <pc:chgData name="Christian Villanueva" userId="9367907e4847b616" providerId="LiveId" clId="{76623A64-E5A0-41E7-A574-6CED893A8DF0}" dt="2023-09-06T16:37:19.717" v="370" actId="20577"/>
        <pc:sldMkLst>
          <pc:docMk/>
          <pc:sldMk cId="1457034104" sldId="257"/>
        </pc:sldMkLst>
        <pc:spChg chg="mod">
          <ac:chgData name="Christian Villanueva" userId="9367907e4847b616" providerId="LiveId" clId="{76623A64-E5A0-41E7-A574-6CED893A8DF0}" dt="2023-09-06T16:22:12.789" v="56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16:33:08.781" v="258" actId="27636"/>
          <ac:spMkLst>
            <pc:docMk/>
            <pc:sldMk cId="1457034104" sldId="257"/>
            <ac:spMk id="3" creationId="{01D8EAC6-B22C-71F3-4A0A-C98523B1A82F}"/>
          </ac:spMkLst>
        </pc:spChg>
        <pc:spChg chg="add mod">
          <ac:chgData name="Christian Villanueva" userId="9367907e4847b616" providerId="LiveId" clId="{76623A64-E5A0-41E7-A574-6CED893A8DF0}" dt="2023-09-06T16:26:20.829" v="108" actId="1076"/>
          <ac:spMkLst>
            <pc:docMk/>
            <pc:sldMk cId="1457034104" sldId="257"/>
            <ac:spMk id="5" creationId="{7A5F5ED0-677C-F76E-48E3-459D85569203}"/>
          </ac:spMkLst>
        </pc:spChg>
        <pc:spChg chg="add mod">
          <ac:chgData name="Christian Villanueva" userId="9367907e4847b616" providerId="LiveId" clId="{76623A64-E5A0-41E7-A574-6CED893A8DF0}" dt="2023-09-06T16:33:40.337" v="300" actId="1076"/>
          <ac:spMkLst>
            <pc:docMk/>
            <pc:sldMk cId="1457034104" sldId="257"/>
            <ac:spMk id="9" creationId="{67CE1DC6-26F4-AB53-5275-7C1A257D7217}"/>
          </ac:spMkLst>
        </pc:spChg>
        <pc:spChg chg="add mod">
          <ac:chgData name="Christian Villanueva" userId="9367907e4847b616" providerId="LiveId" clId="{76623A64-E5A0-41E7-A574-6CED893A8DF0}" dt="2023-09-06T16:35:06.346" v="321" actId="20577"/>
          <ac:spMkLst>
            <pc:docMk/>
            <pc:sldMk cId="1457034104" sldId="257"/>
            <ac:spMk id="15" creationId="{97B91EAD-6C05-A8E9-F9B2-05B596CFEAC1}"/>
          </ac:spMkLst>
        </pc:spChg>
        <pc:spChg chg="add mod">
          <ac:chgData name="Christian Villanueva" userId="9367907e4847b616" providerId="LiveId" clId="{76623A64-E5A0-41E7-A574-6CED893A8DF0}" dt="2023-09-06T16:35:52.330" v="356" actId="20577"/>
          <ac:spMkLst>
            <pc:docMk/>
            <pc:sldMk cId="1457034104" sldId="257"/>
            <ac:spMk id="18" creationId="{A5EA126A-DFEF-3DC5-B982-05F226EE7C3F}"/>
          </ac:spMkLst>
        </pc:spChg>
        <pc:spChg chg="add mod">
          <ac:chgData name="Christian Villanueva" userId="9367907e4847b616" providerId="LiveId" clId="{76623A64-E5A0-41E7-A574-6CED893A8DF0}" dt="2023-09-06T16:37:19.717" v="370" actId="20577"/>
          <ac:spMkLst>
            <pc:docMk/>
            <pc:sldMk cId="1457034104" sldId="257"/>
            <ac:spMk id="20" creationId="{17D5B3F5-91DD-F7E3-7A0F-A92D5A547E11}"/>
          </ac:spMkLst>
        </pc:spChg>
        <pc:picChg chg="add mod">
          <ac:chgData name="Christian Villanueva" userId="9367907e4847b616" providerId="LiveId" clId="{76623A64-E5A0-41E7-A574-6CED893A8DF0}" dt="2023-09-06T16:33:50.098" v="305" actId="1076"/>
          <ac:picMkLst>
            <pc:docMk/>
            <pc:sldMk cId="1457034104" sldId="257"/>
            <ac:picMk id="7" creationId="{5062B967-BBBB-959B-A801-1177A876B265}"/>
          </ac:picMkLst>
        </pc:picChg>
        <pc:picChg chg="add mod">
          <ac:chgData name="Christian Villanueva" userId="9367907e4847b616" providerId="LiveId" clId="{76623A64-E5A0-41E7-A574-6CED893A8DF0}" dt="2023-09-06T16:34:57.281" v="310" actId="1076"/>
          <ac:picMkLst>
            <pc:docMk/>
            <pc:sldMk cId="1457034104" sldId="257"/>
            <ac:picMk id="13" creationId="{C9AD27D6-55CC-1EC8-A8A0-FCE34B955FFB}"/>
          </ac:picMkLst>
        </pc:picChg>
        <pc:picChg chg="add mod">
          <ac:chgData name="Christian Villanueva" userId="9367907e4847b616" providerId="LiveId" clId="{76623A64-E5A0-41E7-A574-6CED893A8DF0}" dt="2023-09-06T16:35:40.921" v="324" actId="14826"/>
          <ac:picMkLst>
            <pc:docMk/>
            <pc:sldMk cId="1457034104" sldId="257"/>
            <ac:picMk id="17" creationId="{6F2A0970-446B-87DB-C7EA-5B5FB642DC55}"/>
          </ac:picMkLst>
        </pc:picChg>
        <pc:picChg chg="add mod">
          <ac:chgData name="Christian Villanueva" userId="9367907e4847b616" providerId="LiveId" clId="{76623A64-E5A0-41E7-A574-6CED893A8DF0}" dt="2023-09-06T16:37:09.995" v="359" actId="14826"/>
          <ac:picMkLst>
            <pc:docMk/>
            <pc:sldMk cId="1457034104" sldId="257"/>
            <ac:picMk id="19" creationId="{126BF74E-3AD2-FD57-8AAC-68A8DBA1D9AC}"/>
          </ac:picMkLst>
        </pc:picChg>
      </pc:sldChg>
      <pc:sldChg chg="addSp delSp modSp mod">
        <pc:chgData name="Christian Villanueva" userId="9367907e4847b616" providerId="LiveId" clId="{76623A64-E5A0-41E7-A574-6CED893A8DF0}" dt="2023-09-06T17:09:59.629" v="436"/>
        <pc:sldMkLst>
          <pc:docMk/>
          <pc:sldMk cId="3585331426" sldId="258"/>
        </pc:sldMkLst>
        <pc:spChg chg="mod">
          <ac:chgData name="Christian Villanueva" userId="9367907e4847b616" providerId="LiveId" clId="{76623A64-E5A0-41E7-A574-6CED893A8DF0}" dt="2023-09-06T17:04:59.729" v="382" actId="20577"/>
          <ac:spMkLst>
            <pc:docMk/>
            <pc:sldMk cId="3585331426" sldId="258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17:08:03.891" v="384" actId="931"/>
          <ac:spMkLst>
            <pc:docMk/>
            <pc:sldMk cId="3585331426" sldId="258"/>
            <ac:spMk id="4" creationId="{7B517FA2-3507-0CEB-0601-F6C4A2AA055B}"/>
          </ac:spMkLst>
        </pc:spChg>
        <pc:spChg chg="add mod">
          <ac:chgData name="Christian Villanueva" userId="9367907e4847b616" providerId="LiveId" clId="{76623A64-E5A0-41E7-A574-6CED893A8DF0}" dt="2023-09-06T17:08:39.923" v="393" actId="1076"/>
          <ac:spMkLst>
            <pc:docMk/>
            <pc:sldMk cId="3585331426" sldId="258"/>
            <ac:spMk id="9" creationId="{8AD70CE8-D297-DE96-7BFA-6E383775E086}"/>
          </ac:spMkLst>
        </pc:spChg>
        <pc:spChg chg="add mod">
          <ac:chgData name="Christian Villanueva" userId="9367907e4847b616" providerId="LiveId" clId="{76623A64-E5A0-41E7-A574-6CED893A8DF0}" dt="2023-09-06T17:09:28.934" v="423" actId="14100"/>
          <ac:spMkLst>
            <pc:docMk/>
            <pc:sldMk cId="3585331426" sldId="258"/>
            <ac:spMk id="10" creationId="{D0299406-C9C2-8EDF-5C25-F2E4FA76CBF9}"/>
          </ac:spMkLst>
        </pc:spChg>
        <pc:spChg chg="add mod">
          <ac:chgData name="Christian Villanueva" userId="9367907e4847b616" providerId="LiveId" clId="{76623A64-E5A0-41E7-A574-6CED893A8DF0}" dt="2023-09-06T17:09:59.629" v="436"/>
          <ac:spMkLst>
            <pc:docMk/>
            <pc:sldMk cId="3585331426" sldId="258"/>
            <ac:spMk id="11" creationId="{0ACA774E-CCA6-2AEA-7B68-3C481E49253D}"/>
          </ac:spMkLst>
        </pc:spChg>
        <pc:graphicFrameChg chg="del">
          <ac:chgData name="Christian Villanueva" userId="9367907e4847b616" providerId="LiveId" clId="{76623A64-E5A0-41E7-A574-6CED893A8DF0}" dt="2023-09-06T17:05:07.427" v="383" actId="478"/>
          <ac:graphicFrameMkLst>
            <pc:docMk/>
            <pc:sldMk cId="3585331426" sldId="258"/>
            <ac:graphicFrameMk id="18" creationId="{0B7E6D65-2BF5-3A79-94B3-B21D6BE0B1AF}"/>
          </ac:graphicFrameMkLst>
        </pc:graphicFrameChg>
        <pc:picChg chg="add mod">
          <ac:chgData name="Christian Villanueva" userId="9367907e4847b616" providerId="LiveId" clId="{76623A64-E5A0-41E7-A574-6CED893A8DF0}" dt="2023-09-06T17:08:42.769" v="395" actId="1076"/>
          <ac:picMkLst>
            <pc:docMk/>
            <pc:sldMk cId="3585331426" sldId="258"/>
            <ac:picMk id="6" creationId="{5A345408-FFFA-6533-9D8E-DF350C9DDB35}"/>
          </ac:picMkLst>
        </pc:picChg>
        <pc:picChg chg="add mod">
          <ac:chgData name="Christian Villanueva" userId="9367907e4847b616" providerId="LiveId" clId="{76623A64-E5A0-41E7-A574-6CED893A8DF0}" dt="2023-09-06T17:08:41.557" v="394" actId="1076"/>
          <ac:picMkLst>
            <pc:docMk/>
            <pc:sldMk cId="3585331426" sldId="258"/>
            <ac:picMk id="8" creationId="{52670F26-E60E-9ECE-3649-DC5729338E53}"/>
          </ac:picMkLst>
        </pc:picChg>
      </pc:sldChg>
      <pc:sldChg chg="del">
        <pc:chgData name="Christian Villanueva" userId="9367907e4847b616" providerId="LiveId" clId="{76623A64-E5A0-41E7-A574-6CED893A8DF0}" dt="2023-09-06T21:11:41.106" v="1402" actId="47"/>
        <pc:sldMkLst>
          <pc:docMk/>
          <pc:sldMk cId="1779159929" sldId="260"/>
        </pc:sldMkLst>
      </pc:sldChg>
      <pc:sldChg chg="addSp delSp modSp add mod">
        <pc:chgData name="Christian Villanueva" userId="9367907e4847b616" providerId="LiveId" clId="{76623A64-E5A0-41E7-A574-6CED893A8DF0}" dt="2023-09-06T22:21:52.451" v="1556" actId="732"/>
        <pc:sldMkLst>
          <pc:docMk/>
          <pc:sldMk cId="2624436072" sldId="261"/>
        </pc:sldMkLst>
        <pc:spChg chg="mod">
          <ac:chgData name="Christian Villanueva" userId="9367907e4847b616" providerId="LiveId" clId="{76623A64-E5A0-41E7-A574-6CED893A8DF0}" dt="2023-09-06T20:36:32.261" v="475" actId="20577"/>
          <ac:spMkLst>
            <pc:docMk/>
            <pc:sldMk cId="2624436072" sldId="261"/>
            <ac:spMk id="2" creationId="{30BB7B13-C3E6-C349-F125-30B9BDA130F9}"/>
          </ac:spMkLst>
        </pc:spChg>
        <pc:spChg chg="add del mod">
          <ac:chgData name="Christian Villanueva" userId="9367907e4847b616" providerId="LiveId" clId="{76623A64-E5A0-41E7-A574-6CED893A8DF0}" dt="2023-09-06T20:35:56.753" v="439" actId="478"/>
          <ac:spMkLst>
            <pc:docMk/>
            <pc:sldMk cId="2624436072" sldId="261"/>
            <ac:spMk id="4" creationId="{7CFB527A-40AF-FD9E-50DC-EDD8A840D60A}"/>
          </ac:spMkLst>
        </pc:spChg>
        <pc:spChg chg="del">
          <ac:chgData name="Christian Villanueva" userId="9367907e4847b616" providerId="LiveId" clId="{76623A64-E5A0-41E7-A574-6CED893A8DF0}" dt="2023-09-06T20:36:00.023" v="441" actId="478"/>
          <ac:spMkLst>
            <pc:docMk/>
            <pc:sldMk cId="2624436072" sldId="261"/>
            <ac:spMk id="9" creationId="{8AD70CE8-D297-DE96-7BFA-6E383775E086}"/>
          </ac:spMkLst>
        </pc:spChg>
        <pc:spChg chg="del">
          <ac:chgData name="Christian Villanueva" userId="9367907e4847b616" providerId="LiveId" clId="{76623A64-E5A0-41E7-A574-6CED893A8DF0}" dt="2023-09-06T20:35:59.413" v="440" actId="478"/>
          <ac:spMkLst>
            <pc:docMk/>
            <pc:sldMk cId="2624436072" sldId="261"/>
            <ac:spMk id="10" creationId="{D0299406-C9C2-8EDF-5C25-F2E4FA76CBF9}"/>
          </ac:spMkLst>
        </pc:spChg>
        <pc:spChg chg="del">
          <ac:chgData name="Christian Villanueva" userId="9367907e4847b616" providerId="LiveId" clId="{76623A64-E5A0-41E7-A574-6CED893A8DF0}" dt="2023-09-06T20:36:03.063" v="443" actId="478"/>
          <ac:spMkLst>
            <pc:docMk/>
            <pc:sldMk cId="2624436072" sldId="261"/>
            <ac:spMk id="11" creationId="{0ACA774E-CCA6-2AEA-7B68-3C481E49253D}"/>
          </ac:spMkLst>
        </pc:spChg>
        <pc:spChg chg="add mod">
          <ac:chgData name="Christian Villanueva" userId="9367907e4847b616" providerId="LiveId" clId="{76623A64-E5A0-41E7-A574-6CED893A8DF0}" dt="2023-09-06T20:43:24.312" v="1305" actId="13926"/>
          <ac:spMkLst>
            <pc:docMk/>
            <pc:sldMk cId="2624436072" sldId="261"/>
            <ac:spMk id="12" creationId="{B70E87BD-7FBC-17A2-A34F-6A1339189146}"/>
          </ac:spMkLst>
        </pc:spChg>
        <pc:picChg chg="del">
          <ac:chgData name="Christian Villanueva" userId="9367907e4847b616" providerId="LiveId" clId="{76623A64-E5A0-41E7-A574-6CED893A8DF0}" dt="2023-09-06T20:35:54.884" v="438" actId="478"/>
          <ac:picMkLst>
            <pc:docMk/>
            <pc:sldMk cId="2624436072" sldId="261"/>
            <ac:picMk id="6" creationId="{5A345408-FFFA-6533-9D8E-DF350C9DDB35}"/>
          </ac:picMkLst>
        </pc:picChg>
        <pc:picChg chg="add mod modCrop">
          <ac:chgData name="Christian Villanueva" userId="9367907e4847b616" providerId="LiveId" clId="{76623A64-E5A0-41E7-A574-6CED893A8DF0}" dt="2023-09-06T22:21:52.451" v="1556" actId="732"/>
          <ac:picMkLst>
            <pc:docMk/>
            <pc:sldMk cId="2624436072" sldId="261"/>
            <ac:picMk id="7" creationId="{C4E3CA5A-8D35-E380-36E0-DA0580885013}"/>
          </ac:picMkLst>
        </pc:picChg>
        <pc:picChg chg="del">
          <ac:chgData name="Christian Villanueva" userId="9367907e4847b616" providerId="LiveId" clId="{76623A64-E5A0-41E7-A574-6CED893A8DF0}" dt="2023-09-06T20:36:01.454" v="442" actId="478"/>
          <ac:picMkLst>
            <pc:docMk/>
            <pc:sldMk cId="2624436072" sldId="261"/>
            <ac:picMk id="8" creationId="{52670F26-E60E-9ECE-3649-DC5729338E53}"/>
          </ac:picMkLst>
        </pc:picChg>
      </pc:sldChg>
      <pc:sldChg chg="delSp modSp add mod">
        <pc:chgData name="Christian Villanueva" userId="9367907e4847b616" providerId="LiveId" clId="{76623A64-E5A0-41E7-A574-6CED893A8DF0}" dt="2023-09-06T21:05:43.290" v="1401" actId="478"/>
        <pc:sldMkLst>
          <pc:docMk/>
          <pc:sldMk cId="232242528" sldId="262"/>
        </pc:sldMkLst>
        <pc:spChg chg="mod">
          <ac:chgData name="Christian Villanueva" userId="9367907e4847b616" providerId="LiveId" clId="{76623A64-E5A0-41E7-A574-6CED893A8DF0}" dt="2023-09-06T20:54:37.810" v="1378" actId="20577"/>
          <ac:spMkLst>
            <pc:docMk/>
            <pc:sldMk cId="232242528" sldId="262"/>
            <ac:spMk id="2" creationId="{86705015-20EE-35FE-01D6-B865C6688E52}"/>
          </ac:spMkLst>
        </pc:spChg>
        <pc:spChg chg="mod">
          <ac:chgData name="Christian Villanueva" userId="9367907e4847b616" providerId="LiveId" clId="{76623A64-E5A0-41E7-A574-6CED893A8DF0}" dt="2023-09-06T21:05:37.924" v="1400" actId="1076"/>
          <ac:spMkLst>
            <pc:docMk/>
            <pc:sldMk cId="232242528" sldId="262"/>
            <ac:spMk id="3" creationId="{01D8EAC6-B22C-71F3-4A0A-C98523B1A82F}"/>
          </ac:spMkLst>
        </pc:spChg>
        <pc:spChg chg="del">
          <ac:chgData name="Christian Villanueva" userId="9367907e4847b616" providerId="LiveId" clId="{76623A64-E5A0-41E7-A574-6CED893A8DF0}" dt="2023-09-06T21:05:43.290" v="1401" actId="478"/>
          <ac:spMkLst>
            <pc:docMk/>
            <pc:sldMk cId="232242528" sldId="262"/>
            <ac:spMk id="5" creationId="{7A5F5ED0-677C-F76E-48E3-459D85569203}"/>
          </ac:spMkLst>
        </pc:spChg>
        <pc:spChg chg="del">
          <ac:chgData name="Christian Villanueva" userId="9367907e4847b616" providerId="LiveId" clId="{76623A64-E5A0-41E7-A574-6CED893A8DF0}" dt="2023-09-06T20:54:15.863" v="1358" actId="478"/>
          <ac:spMkLst>
            <pc:docMk/>
            <pc:sldMk cId="232242528" sldId="262"/>
            <ac:spMk id="9" creationId="{67CE1DC6-26F4-AB53-5275-7C1A257D7217}"/>
          </ac:spMkLst>
        </pc:spChg>
        <pc:spChg chg="del">
          <ac:chgData name="Christian Villanueva" userId="9367907e4847b616" providerId="LiveId" clId="{76623A64-E5A0-41E7-A574-6CED893A8DF0}" dt="2023-09-06T20:54:17.052" v="1359" actId="478"/>
          <ac:spMkLst>
            <pc:docMk/>
            <pc:sldMk cId="232242528" sldId="262"/>
            <ac:spMk id="15" creationId="{97B91EAD-6C05-A8E9-F9B2-05B596CFEAC1}"/>
          </ac:spMkLst>
        </pc:spChg>
        <pc:spChg chg="del mod">
          <ac:chgData name="Christian Villanueva" userId="9367907e4847b616" providerId="LiveId" clId="{76623A64-E5A0-41E7-A574-6CED893A8DF0}" dt="2023-09-06T20:54:22.347" v="1364" actId="478"/>
          <ac:spMkLst>
            <pc:docMk/>
            <pc:sldMk cId="232242528" sldId="262"/>
            <ac:spMk id="18" creationId="{A5EA126A-DFEF-3DC5-B982-05F226EE7C3F}"/>
          </ac:spMkLst>
        </pc:spChg>
        <pc:spChg chg="del">
          <ac:chgData name="Christian Villanueva" userId="9367907e4847b616" providerId="LiveId" clId="{76623A64-E5A0-41E7-A574-6CED893A8DF0}" dt="2023-09-06T20:54:23.461" v="1365" actId="478"/>
          <ac:spMkLst>
            <pc:docMk/>
            <pc:sldMk cId="232242528" sldId="262"/>
            <ac:spMk id="20" creationId="{17D5B3F5-91DD-F7E3-7A0F-A92D5A547E11}"/>
          </ac:spMkLst>
        </pc:spChg>
        <pc:picChg chg="del">
          <ac:chgData name="Christian Villanueva" userId="9367907e4847b616" providerId="LiveId" clId="{76623A64-E5A0-41E7-A574-6CED893A8DF0}" dt="2023-09-06T20:54:14.158" v="1357" actId="478"/>
          <ac:picMkLst>
            <pc:docMk/>
            <pc:sldMk cId="232242528" sldId="262"/>
            <ac:picMk id="7" creationId="{5062B967-BBBB-959B-A801-1177A876B265}"/>
          </ac:picMkLst>
        </pc:picChg>
        <pc:picChg chg="del">
          <ac:chgData name="Christian Villanueva" userId="9367907e4847b616" providerId="LiveId" clId="{76623A64-E5A0-41E7-A574-6CED893A8DF0}" dt="2023-09-06T20:54:17.469" v="1360" actId="478"/>
          <ac:picMkLst>
            <pc:docMk/>
            <pc:sldMk cId="232242528" sldId="262"/>
            <ac:picMk id="13" creationId="{C9AD27D6-55CC-1EC8-A8A0-FCE34B955FFB}"/>
          </ac:picMkLst>
        </pc:picChg>
        <pc:picChg chg="del">
          <ac:chgData name="Christian Villanueva" userId="9367907e4847b616" providerId="LiveId" clId="{76623A64-E5A0-41E7-A574-6CED893A8DF0}" dt="2023-09-06T20:54:18.326" v="1361" actId="478"/>
          <ac:picMkLst>
            <pc:docMk/>
            <pc:sldMk cId="232242528" sldId="262"/>
            <ac:picMk id="17" creationId="{6F2A0970-446B-87DB-C7EA-5B5FB642DC55}"/>
          </ac:picMkLst>
        </pc:picChg>
        <pc:picChg chg="del">
          <ac:chgData name="Christian Villanueva" userId="9367907e4847b616" providerId="LiveId" clId="{76623A64-E5A0-41E7-A574-6CED893A8DF0}" dt="2023-09-06T20:54:18.864" v="1362" actId="478"/>
          <ac:picMkLst>
            <pc:docMk/>
            <pc:sldMk cId="232242528" sldId="262"/>
            <ac:picMk id="19" creationId="{126BF74E-3AD2-FD57-8AAC-68A8DBA1D9AC}"/>
          </ac:picMkLst>
        </pc:picChg>
      </pc:sldChg>
      <pc:sldChg chg="addSp delSp modSp add mod ord">
        <pc:chgData name="Christian Villanueva" userId="9367907e4847b616" providerId="LiveId" clId="{76623A64-E5A0-41E7-A574-6CED893A8DF0}" dt="2023-09-06T22:19:40.758" v="1555" actId="208"/>
        <pc:sldMkLst>
          <pc:docMk/>
          <pc:sldMk cId="3847393514" sldId="263"/>
        </pc:sldMkLst>
        <pc:spChg chg="mod">
          <ac:chgData name="Christian Villanueva" userId="9367907e4847b616" providerId="LiveId" clId="{76623A64-E5A0-41E7-A574-6CED893A8DF0}" dt="2023-09-06T22:09:46.281" v="1430" actId="20577"/>
          <ac:spMkLst>
            <pc:docMk/>
            <pc:sldMk cId="3847393514" sldId="263"/>
            <ac:spMk id="2" creationId="{30BB7B13-C3E6-C349-F125-30B9BDA130F9}"/>
          </ac:spMkLst>
        </pc:spChg>
        <pc:spChg chg="add mod">
          <ac:chgData name="Christian Villanueva" userId="9367907e4847b616" providerId="LiveId" clId="{76623A64-E5A0-41E7-A574-6CED893A8DF0}" dt="2023-09-06T22:15:43.711" v="1489" actId="1076"/>
          <ac:spMkLst>
            <pc:docMk/>
            <pc:sldMk cId="3847393514" sldId="263"/>
            <ac:spMk id="9" creationId="{F05E6402-CCAF-5BC9-6D85-6CFD1E8EA071}"/>
          </ac:spMkLst>
        </pc:spChg>
        <pc:spChg chg="del">
          <ac:chgData name="Christian Villanueva" userId="9367907e4847b616" providerId="LiveId" clId="{76623A64-E5A0-41E7-A574-6CED893A8DF0}" dt="2023-09-06T22:09:50.093" v="1432" actId="478"/>
          <ac:spMkLst>
            <pc:docMk/>
            <pc:sldMk cId="3847393514" sldId="263"/>
            <ac:spMk id="12" creationId="{B70E87BD-7FBC-17A2-A34F-6A1339189146}"/>
          </ac:spMkLst>
        </pc:spChg>
        <pc:spChg chg="add mod">
          <ac:chgData name="Christian Villanueva" userId="9367907e4847b616" providerId="LiveId" clId="{76623A64-E5A0-41E7-A574-6CED893A8DF0}" dt="2023-09-06T22:17:02.090" v="1510" actId="20577"/>
          <ac:spMkLst>
            <pc:docMk/>
            <pc:sldMk cId="3847393514" sldId="263"/>
            <ac:spMk id="13" creationId="{0D0682BE-4F55-494F-E97B-3437A60B950D}"/>
          </ac:spMkLst>
        </pc:spChg>
        <pc:spChg chg="add mod">
          <ac:chgData name="Christian Villanueva" userId="9367907e4847b616" providerId="LiveId" clId="{76623A64-E5A0-41E7-A574-6CED893A8DF0}" dt="2023-09-06T22:17:15.442" v="1523" actId="20577"/>
          <ac:spMkLst>
            <pc:docMk/>
            <pc:sldMk cId="3847393514" sldId="263"/>
            <ac:spMk id="15" creationId="{DB54DC2E-9E1F-FA11-47A3-14BA6E609524}"/>
          </ac:spMkLst>
        </pc:spChg>
        <pc:spChg chg="add mod">
          <ac:chgData name="Christian Villanueva" userId="9367907e4847b616" providerId="LiveId" clId="{76623A64-E5A0-41E7-A574-6CED893A8DF0}" dt="2023-09-06T22:17:30.608" v="1532" actId="20577"/>
          <ac:spMkLst>
            <pc:docMk/>
            <pc:sldMk cId="3847393514" sldId="263"/>
            <ac:spMk id="17" creationId="{84FCBCE8-36B8-B385-B741-B6799E160FA9}"/>
          </ac:spMkLst>
        </pc:spChg>
        <pc:spChg chg="add del mod">
          <ac:chgData name="Christian Villanueva" userId="9367907e4847b616" providerId="LiveId" clId="{76623A64-E5A0-41E7-A574-6CED893A8DF0}" dt="2023-09-06T22:18:59.468" v="1545" actId="478"/>
          <ac:spMkLst>
            <pc:docMk/>
            <pc:sldMk cId="3847393514" sldId="263"/>
            <ac:spMk id="19" creationId="{1F8EE526-3EFE-1D41-4F2D-0340F9BF821C}"/>
          </ac:spMkLst>
        </pc:spChg>
        <pc:spChg chg="add mod">
          <ac:chgData name="Christian Villanueva" userId="9367907e4847b616" providerId="LiveId" clId="{76623A64-E5A0-41E7-A574-6CED893A8DF0}" dt="2023-09-06T22:19:14.052" v="1547" actId="13822"/>
          <ac:spMkLst>
            <pc:docMk/>
            <pc:sldMk cId="3847393514" sldId="263"/>
            <ac:spMk id="20" creationId="{18010B8B-2808-20E8-EF66-02B831C11206}"/>
          </ac:spMkLst>
        </pc:spChg>
        <pc:spChg chg="add mod">
          <ac:chgData name="Christian Villanueva" userId="9367907e4847b616" providerId="LiveId" clId="{76623A64-E5A0-41E7-A574-6CED893A8DF0}" dt="2023-09-06T22:19:19.907" v="1549" actId="1076"/>
          <ac:spMkLst>
            <pc:docMk/>
            <pc:sldMk cId="3847393514" sldId="263"/>
            <ac:spMk id="21" creationId="{CA0F7EAD-6717-A764-71E5-E3C1B219E614}"/>
          </ac:spMkLst>
        </pc:spChg>
        <pc:spChg chg="add mod">
          <ac:chgData name="Christian Villanueva" userId="9367907e4847b616" providerId="LiveId" clId="{76623A64-E5A0-41E7-A574-6CED893A8DF0}" dt="2023-09-06T22:19:25.522" v="1551" actId="1076"/>
          <ac:spMkLst>
            <pc:docMk/>
            <pc:sldMk cId="3847393514" sldId="263"/>
            <ac:spMk id="23" creationId="{526180E0-61EB-E0B9-E060-F0BB745B533B}"/>
          </ac:spMkLst>
        </pc:spChg>
        <pc:picChg chg="add mod">
          <ac:chgData name="Christian Villanueva" userId="9367907e4847b616" providerId="LiveId" clId="{76623A64-E5A0-41E7-A574-6CED893A8DF0}" dt="2023-09-06T22:19:35.476" v="1552" actId="208"/>
          <ac:picMkLst>
            <pc:docMk/>
            <pc:sldMk cId="3847393514" sldId="263"/>
            <ac:picMk id="4" creationId="{362E1408-C5CC-8212-E3DF-1743A3BAA168}"/>
          </ac:picMkLst>
        </pc:picChg>
        <pc:picChg chg="add mod">
          <ac:chgData name="Christian Villanueva" userId="9367907e4847b616" providerId="LiveId" clId="{76623A64-E5A0-41E7-A574-6CED893A8DF0}" dt="2023-09-06T22:19:39.030" v="1554" actId="208"/>
          <ac:picMkLst>
            <pc:docMk/>
            <pc:sldMk cId="3847393514" sldId="263"/>
            <ac:picMk id="5" creationId="{AF5EFB3C-F874-F77E-B458-3DABD34ED6B7}"/>
          </ac:picMkLst>
        </pc:picChg>
        <pc:picChg chg="add mod">
          <ac:chgData name="Christian Villanueva" userId="9367907e4847b616" providerId="LiveId" clId="{76623A64-E5A0-41E7-A574-6CED893A8DF0}" dt="2023-09-06T22:19:40.758" v="1555" actId="208"/>
          <ac:picMkLst>
            <pc:docMk/>
            <pc:sldMk cId="3847393514" sldId="263"/>
            <ac:picMk id="6" creationId="{E1F79420-C488-37E5-7804-9639EC42C03B}"/>
          </ac:picMkLst>
        </pc:picChg>
        <pc:picChg chg="del">
          <ac:chgData name="Christian Villanueva" userId="9367907e4847b616" providerId="LiveId" clId="{76623A64-E5A0-41E7-A574-6CED893A8DF0}" dt="2023-09-06T22:09:48.858" v="1431" actId="478"/>
          <ac:picMkLst>
            <pc:docMk/>
            <pc:sldMk cId="3847393514" sldId="263"/>
            <ac:picMk id="7" creationId="{C4E3CA5A-8D35-E380-36E0-DA0580885013}"/>
          </ac:picMkLst>
        </pc:picChg>
        <pc:picChg chg="add mod">
          <ac:chgData name="Christian Villanueva" userId="9367907e4847b616" providerId="LiveId" clId="{76623A64-E5A0-41E7-A574-6CED893A8DF0}" dt="2023-09-06T22:19:37.291" v="1553" actId="208"/>
          <ac:picMkLst>
            <pc:docMk/>
            <pc:sldMk cId="3847393514" sldId="263"/>
            <ac:picMk id="8" creationId="{77AE4ED1-99BC-EFC3-6DEE-B56F884BB26F}"/>
          </ac:picMkLst>
        </pc:picChg>
        <pc:cxnChg chg="add mod">
          <ac:chgData name="Christian Villanueva" userId="9367907e4847b616" providerId="LiveId" clId="{76623A64-E5A0-41E7-A574-6CED893A8DF0}" dt="2023-09-06T22:15:59.622" v="1491" actId="208"/>
          <ac:cxnSpMkLst>
            <pc:docMk/>
            <pc:sldMk cId="3847393514" sldId="263"/>
            <ac:cxnSpMk id="11" creationId="{571862DC-CA62-5DC2-9BDF-C4A2DD833768}"/>
          </ac:cxnSpMkLst>
        </pc:cxnChg>
        <pc:cxnChg chg="add mod">
          <ac:chgData name="Christian Villanueva" userId="9367907e4847b616" providerId="LiveId" clId="{76623A64-E5A0-41E7-A574-6CED893A8DF0}" dt="2023-09-06T22:16:54.571" v="1499" actId="1076"/>
          <ac:cxnSpMkLst>
            <pc:docMk/>
            <pc:sldMk cId="3847393514" sldId="263"/>
            <ac:cxnSpMk id="14" creationId="{31103850-2769-B6C0-7F0E-0B330ACE2568}"/>
          </ac:cxnSpMkLst>
        </pc:cxnChg>
        <pc:cxnChg chg="add mod">
          <ac:chgData name="Christian Villanueva" userId="9367907e4847b616" providerId="LiveId" clId="{76623A64-E5A0-41E7-A574-6CED893A8DF0}" dt="2023-09-06T22:17:10.690" v="1512" actId="1076"/>
          <ac:cxnSpMkLst>
            <pc:docMk/>
            <pc:sldMk cId="3847393514" sldId="263"/>
            <ac:cxnSpMk id="16" creationId="{E35623CE-EA91-6F4E-8DD5-02D9843993D3}"/>
          </ac:cxnSpMkLst>
        </pc:cxnChg>
        <pc:cxnChg chg="add mod">
          <ac:chgData name="Christian Villanueva" userId="9367907e4847b616" providerId="LiveId" clId="{76623A64-E5A0-41E7-A574-6CED893A8DF0}" dt="2023-09-06T22:17:24.491" v="1525" actId="1076"/>
          <ac:cxnSpMkLst>
            <pc:docMk/>
            <pc:sldMk cId="3847393514" sldId="263"/>
            <ac:cxnSpMk id="18" creationId="{6C1DB281-2839-768D-B140-3487DD0853B0}"/>
          </ac:cxnSpMkLst>
        </pc:cxnChg>
      </pc:sldChg>
    </pc:docChg>
  </pc:docChgLst>
  <pc:docChgLst>
    <pc:chgData name="Christian Villanueva" userId="9367907e4847b616" providerId="LiveId" clId="{F1001540-7C7A-4589-9B96-C81874AC31F2}"/>
    <pc:docChg chg="undo custSel addSld modSld sldOrd">
      <pc:chgData name="Christian Villanueva" userId="9367907e4847b616" providerId="LiveId" clId="{F1001540-7C7A-4589-9B96-C81874AC31F2}" dt="2023-11-04T06:55:47.461" v="6472" actId="20577"/>
      <pc:docMkLst>
        <pc:docMk/>
      </pc:docMkLst>
      <pc:sldChg chg="modSp mod">
        <pc:chgData name="Christian Villanueva" userId="9367907e4847b616" providerId="LiveId" clId="{F1001540-7C7A-4589-9B96-C81874AC31F2}" dt="2023-10-29T19:32:19.183" v="23" actId="20577"/>
        <pc:sldMkLst>
          <pc:docMk/>
          <pc:sldMk cId="2517860399" sldId="256"/>
        </pc:sldMkLst>
        <pc:spChg chg="mod">
          <ac:chgData name="Christian Villanueva" userId="9367907e4847b616" providerId="LiveId" clId="{F1001540-7C7A-4589-9B96-C81874AC31F2}" dt="2023-10-29T19:32:19.183" v="23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addSp delSp modSp mod">
        <pc:chgData name="Christian Villanueva" userId="9367907e4847b616" providerId="LiveId" clId="{F1001540-7C7A-4589-9B96-C81874AC31F2}" dt="2023-10-29T21:03:58.569" v="1284"/>
        <pc:sldMkLst>
          <pc:docMk/>
          <pc:sldMk cId="1457034104" sldId="257"/>
        </pc:sldMkLst>
        <pc:spChg chg="mod">
          <ac:chgData name="Christian Villanueva" userId="9367907e4847b616" providerId="LiveId" clId="{F1001540-7C7A-4589-9B96-C81874AC31F2}" dt="2023-10-29T19:35:45.706" v="35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0-29T20:17:55.105" v="1115" actId="20577"/>
          <ac:spMkLst>
            <pc:docMk/>
            <pc:sldMk cId="1457034104" sldId="257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1:03:58.569" v="1284"/>
          <ac:spMkLst>
            <pc:docMk/>
            <pc:sldMk cId="1457034104" sldId="257"/>
            <ac:spMk id="4" creationId="{AE59A4FB-81DC-85C7-10D0-598B0408A89E}"/>
          </ac:spMkLst>
        </pc:spChg>
      </pc:sldChg>
      <pc:sldChg chg="addSp delSp modSp mod">
        <pc:chgData name="Christian Villanueva" userId="9367907e4847b616" providerId="LiveId" clId="{F1001540-7C7A-4589-9B96-C81874AC31F2}" dt="2023-11-03T23:42:56.734" v="5111" actId="20577"/>
        <pc:sldMkLst>
          <pc:docMk/>
          <pc:sldMk cId="3499865914" sldId="264"/>
        </pc:sldMkLst>
        <pc:spChg chg="mod">
          <ac:chgData name="Christian Villanueva" userId="9367907e4847b616" providerId="LiveId" clId="{F1001540-7C7A-4589-9B96-C81874AC31F2}" dt="2023-11-03T23:42:56.734" v="5111" actId="20577"/>
          <ac:spMkLst>
            <pc:docMk/>
            <pc:sldMk cId="3499865914" sldId="264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1T21:12:22.787" v="2503" actId="20577"/>
          <ac:spMkLst>
            <pc:docMk/>
            <pc:sldMk cId="3499865914" sldId="264"/>
            <ac:spMk id="3" creationId="{08D62982-4107-D75F-CB7C-97EE84C54343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2" creationId="{67408219-C84E-BE15-B62B-4710B1A01149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3" creationId="{B61A13A2-BFF0-E788-7FD5-E56E739F84A4}"/>
          </ac:spMkLst>
        </pc:spChg>
        <pc:spChg chg="del">
          <ac:chgData name="Christian Villanueva" userId="9367907e4847b616" providerId="LiveId" clId="{F1001540-7C7A-4589-9B96-C81874AC31F2}" dt="2023-10-29T21:03:48.608" v="1281" actId="478"/>
          <ac:spMkLst>
            <pc:docMk/>
            <pc:sldMk cId="3499865914" sldId="264"/>
            <ac:spMk id="24" creationId="{A55FA9E7-5D1E-7947-4D27-0DE8F056DA02}"/>
          </ac:spMkLst>
        </pc:spChg>
        <pc:spChg chg="del">
          <ac:chgData name="Christian Villanueva" userId="9367907e4847b616" providerId="LiveId" clId="{F1001540-7C7A-4589-9B96-C81874AC31F2}" dt="2023-10-29T21:03:46.822" v="1280" actId="478"/>
          <ac:spMkLst>
            <pc:docMk/>
            <pc:sldMk cId="3499865914" sldId="264"/>
            <ac:spMk id="29" creationId="{B5588A33-3732-D606-0FCA-52DAAE717715}"/>
          </ac:spMkLst>
        </pc:spChg>
        <pc:picChg chg="del">
          <ac:chgData name="Christian Villanueva" userId="9367907e4847b616" providerId="LiveId" clId="{F1001540-7C7A-4589-9B96-C81874AC31F2}" dt="2023-10-29T21:03:42.908" v="1279" actId="478"/>
          <ac:picMkLst>
            <pc:docMk/>
            <pc:sldMk cId="3499865914" sldId="264"/>
            <ac:picMk id="11" creationId="{7D0C43CA-B01D-41BD-C90E-48AAA055831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3" creationId="{04895F5D-8951-245D-F19B-1BB165A2F895}"/>
          </ac:picMkLst>
        </pc:picChg>
        <pc:picChg chg="del">
          <ac:chgData name="Christian Villanueva" userId="9367907e4847b616" providerId="LiveId" clId="{F1001540-7C7A-4589-9B96-C81874AC31F2}" dt="2023-10-29T21:03:51.756" v="1282" actId="478"/>
          <ac:picMkLst>
            <pc:docMk/>
            <pc:sldMk cId="3499865914" sldId="264"/>
            <ac:picMk id="18" creationId="{EC282E47-453D-8D7A-639A-D5190ADCE088}"/>
          </ac:picMkLst>
        </pc:pic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0" creationId="{8F9F1BB7-4A9A-114E-0548-86FF9D743843}"/>
          </ac:cxnSpMkLst>
        </pc:cxnChg>
        <pc:cxnChg chg="del">
          <ac:chgData name="Christian Villanueva" userId="9367907e4847b616" providerId="LiveId" clId="{F1001540-7C7A-4589-9B96-C81874AC31F2}" dt="2023-10-29T21:03:46.822" v="1280" actId="478"/>
          <ac:cxnSpMkLst>
            <pc:docMk/>
            <pc:sldMk cId="3499865914" sldId="264"/>
            <ac:cxnSpMk id="25" creationId="{8934C1AD-AB51-FF50-854C-51DBFC3C9B7C}"/>
          </ac:cxnSpMkLst>
        </pc:cxnChg>
      </pc:sldChg>
      <pc:sldChg chg="addSp delSp modSp add mod">
        <pc:chgData name="Christian Villanueva" userId="9367907e4847b616" providerId="LiveId" clId="{F1001540-7C7A-4589-9B96-C81874AC31F2}" dt="2023-10-29T20:44:41.348" v="1224" actId="14100"/>
        <pc:sldMkLst>
          <pc:docMk/>
          <pc:sldMk cId="1778445632" sldId="265"/>
        </pc:sldMkLst>
        <pc:spChg chg="mod">
          <ac:chgData name="Christian Villanueva" userId="9367907e4847b616" providerId="LiveId" clId="{F1001540-7C7A-4589-9B96-C81874AC31F2}" dt="2023-10-29T20:40:25.465" v="1200" actId="20577"/>
          <ac:spMkLst>
            <pc:docMk/>
            <pc:sldMk cId="1778445632" sldId="265"/>
            <ac:spMk id="2" creationId="{86705015-20EE-35FE-01D6-B865C6688E52}"/>
          </ac:spMkLst>
        </pc:spChg>
        <pc:spChg chg="del">
          <ac:chgData name="Christian Villanueva" userId="9367907e4847b616" providerId="LiveId" clId="{F1001540-7C7A-4589-9B96-C81874AC31F2}" dt="2023-10-29T20:32:14.503" v="1117" actId="478"/>
          <ac:spMkLst>
            <pc:docMk/>
            <pc:sldMk cId="1778445632" sldId="265"/>
            <ac:spMk id="3" creationId="{01D8EAC6-B22C-71F3-4A0A-C98523B1A82F}"/>
          </ac:spMkLst>
        </pc:spChg>
        <pc:spChg chg="add del mod">
          <ac:chgData name="Christian Villanueva" userId="9367907e4847b616" providerId="LiveId" clId="{F1001540-7C7A-4589-9B96-C81874AC31F2}" dt="2023-10-29T20:32:16.882" v="1118" actId="478"/>
          <ac:spMkLst>
            <pc:docMk/>
            <pc:sldMk cId="1778445632" sldId="265"/>
            <ac:spMk id="5" creationId="{AEBC098F-B98C-F2C9-DFC5-70756D6AD611}"/>
          </ac:spMkLst>
        </pc:spChg>
        <pc:spChg chg="add mod">
          <ac:chgData name="Christian Villanueva" userId="9367907e4847b616" providerId="LiveId" clId="{F1001540-7C7A-4589-9B96-C81874AC31F2}" dt="2023-10-29T20:39:57.958" v="1151" actId="14100"/>
          <ac:spMkLst>
            <pc:docMk/>
            <pc:sldMk cId="1778445632" sldId="265"/>
            <ac:spMk id="13" creationId="{4B549D14-0D53-8466-18F0-0DBB2E3D8D00}"/>
          </ac:spMkLst>
        </pc:spChg>
        <pc:spChg chg="add mod">
          <ac:chgData name="Christian Villanueva" userId="9367907e4847b616" providerId="LiveId" clId="{F1001540-7C7A-4589-9B96-C81874AC31F2}" dt="2023-10-29T20:40:16.974" v="1167" actId="14100"/>
          <ac:spMkLst>
            <pc:docMk/>
            <pc:sldMk cId="1778445632" sldId="265"/>
            <ac:spMk id="15" creationId="{01904C2E-9BA4-9254-D384-8A336AF0764A}"/>
          </ac:spMkLst>
        </pc:spChg>
        <pc:spChg chg="add mod">
          <ac:chgData name="Christian Villanueva" userId="9367907e4847b616" providerId="LiveId" clId="{F1001540-7C7A-4589-9B96-C81874AC31F2}" dt="2023-10-29T20:44:41.348" v="1224" actId="14100"/>
          <ac:spMkLst>
            <pc:docMk/>
            <pc:sldMk cId="1778445632" sldId="265"/>
            <ac:spMk id="17" creationId="{93ACD8CE-2A87-2758-2E8E-338254DEDB55}"/>
          </ac:spMkLst>
        </pc:spChg>
        <pc:graphicFrameChg chg="add mod">
          <ac:chgData name="Christian Villanueva" userId="9367907e4847b616" providerId="LiveId" clId="{F1001540-7C7A-4589-9B96-C81874AC31F2}" dt="2023-10-29T20:32:19.967" v="1121"/>
          <ac:graphicFrameMkLst>
            <pc:docMk/>
            <pc:sldMk cId="1778445632" sldId="265"/>
            <ac:graphicFrameMk id="6" creationId="{48B7CF51-CF92-0D93-E153-6303C9E4F1F2}"/>
          </ac:graphicFrameMkLst>
        </pc:graphicFrameChg>
        <pc:graphicFrameChg chg="add mod">
          <ac:chgData name="Christian Villanueva" userId="9367907e4847b616" providerId="LiveId" clId="{F1001540-7C7A-4589-9B96-C81874AC31F2}" dt="2023-10-29T20:39:18.745" v="1136" actId="1076"/>
          <ac:graphicFrameMkLst>
            <pc:docMk/>
            <pc:sldMk cId="1778445632" sldId="265"/>
            <ac:graphicFrameMk id="7" creationId="{48B7CF51-CF92-0D93-E153-6303C9E4F1F2}"/>
          </ac:graphicFrameMkLst>
        </pc:graphicFrameChg>
        <pc:picChg chg="add mod">
          <ac:chgData name="Christian Villanueva" userId="9367907e4847b616" providerId="LiveId" clId="{F1001540-7C7A-4589-9B96-C81874AC31F2}" dt="2023-10-29T20:39:21.730" v="1137" actId="1076"/>
          <ac:picMkLst>
            <pc:docMk/>
            <pc:sldMk cId="1778445632" sldId="265"/>
            <ac:picMk id="11" creationId="{0590BB66-4364-F3E3-FBEB-E61872E82D4E}"/>
          </ac:picMkLst>
        </pc:picChg>
      </pc:sldChg>
      <pc:sldChg chg="modSp add mod">
        <pc:chgData name="Christian Villanueva" userId="9367907e4847b616" providerId="LiveId" clId="{F1001540-7C7A-4589-9B96-C81874AC31F2}" dt="2023-11-03T23:43:02.781" v="5117" actId="20577"/>
        <pc:sldMkLst>
          <pc:docMk/>
          <pc:sldMk cId="796599075" sldId="266"/>
        </pc:sldMkLst>
        <pc:spChg chg="mod">
          <ac:chgData name="Christian Villanueva" userId="9367907e4847b616" providerId="LiveId" clId="{F1001540-7C7A-4589-9B96-C81874AC31F2}" dt="2023-11-03T23:43:02.781" v="5117" actId="20577"/>
          <ac:spMkLst>
            <pc:docMk/>
            <pc:sldMk cId="796599075" sldId="266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7:55:47.418" v="3153" actId="20577"/>
          <ac:spMkLst>
            <pc:docMk/>
            <pc:sldMk cId="796599075" sldId="266"/>
            <ac:spMk id="3" creationId="{08D62982-4107-D75F-CB7C-97EE84C54343}"/>
          </ac:spMkLst>
        </pc:spChg>
      </pc:sldChg>
      <pc:sldChg chg="modSp add mod">
        <pc:chgData name="Christian Villanueva" userId="9367907e4847b616" providerId="LiveId" clId="{F1001540-7C7A-4589-9B96-C81874AC31F2}" dt="2023-11-03T23:43:20.588" v="5135" actId="20577"/>
        <pc:sldMkLst>
          <pc:docMk/>
          <pc:sldMk cId="3386485336" sldId="267"/>
        </pc:sldMkLst>
        <pc:spChg chg="mod">
          <ac:chgData name="Christian Villanueva" userId="9367907e4847b616" providerId="LiveId" clId="{F1001540-7C7A-4589-9B96-C81874AC31F2}" dt="2023-11-03T23:43:20.588" v="5135" actId="20577"/>
          <ac:spMkLst>
            <pc:docMk/>
            <pc:sldMk cId="3386485336" sldId="267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23:17:24.102" v="4512" actId="20577"/>
          <ac:spMkLst>
            <pc:docMk/>
            <pc:sldMk cId="3386485336" sldId="267"/>
            <ac:spMk id="3" creationId="{08D62982-4107-D75F-CB7C-97EE84C54343}"/>
          </ac:spMkLst>
        </pc:spChg>
      </pc:sldChg>
      <pc:sldChg chg="addSp modSp add mod ord">
        <pc:chgData name="Christian Villanueva" userId="9367907e4847b616" providerId="LiveId" clId="{F1001540-7C7A-4589-9B96-C81874AC31F2}" dt="2023-11-03T23:43:07.793" v="5123" actId="20577"/>
        <pc:sldMkLst>
          <pc:docMk/>
          <pc:sldMk cId="2069622168" sldId="268"/>
        </pc:sldMkLst>
        <pc:spChg chg="mod">
          <ac:chgData name="Christian Villanueva" userId="9367907e4847b616" providerId="LiveId" clId="{F1001540-7C7A-4589-9B96-C81874AC31F2}" dt="2023-11-03T23:43:07.793" v="5123" actId="20577"/>
          <ac:spMkLst>
            <pc:docMk/>
            <pc:sldMk cId="2069622168" sldId="268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48:24.305" v="4353" actId="1076"/>
          <ac:spMkLst>
            <pc:docMk/>
            <pc:sldMk cId="2069622168" sldId="268"/>
            <ac:spMk id="3" creationId="{08D62982-4107-D75F-CB7C-97EE84C54343}"/>
          </ac:spMkLst>
        </pc:spChg>
        <pc:spChg chg="add mod">
          <ac:chgData name="Christian Villanueva" userId="9367907e4847b616" providerId="LiveId" clId="{F1001540-7C7A-4589-9B96-C81874AC31F2}" dt="2023-11-03T18:46:17.136" v="4322" actId="1076"/>
          <ac:spMkLst>
            <pc:docMk/>
            <pc:sldMk cId="2069622168" sldId="268"/>
            <ac:spMk id="4" creationId="{468CFB57-4CC2-9CC8-7094-D8B207E85E78}"/>
          </ac:spMkLst>
        </pc:spChg>
        <pc:spChg chg="add mod">
          <ac:chgData name="Christian Villanueva" userId="9367907e4847b616" providerId="LiveId" clId="{F1001540-7C7A-4589-9B96-C81874AC31F2}" dt="2023-11-03T18:47:48.086" v="4349" actId="1076"/>
          <ac:spMkLst>
            <pc:docMk/>
            <pc:sldMk cId="2069622168" sldId="268"/>
            <ac:spMk id="5" creationId="{EA856916-9E78-C94C-CB26-9A6C91B05C22}"/>
          </ac:spMkLst>
        </pc:spChg>
        <pc:spChg chg="add mod">
          <ac:chgData name="Christian Villanueva" userId="9367907e4847b616" providerId="LiveId" clId="{F1001540-7C7A-4589-9B96-C81874AC31F2}" dt="2023-11-03T18:48:15.810" v="4352"/>
          <ac:spMkLst>
            <pc:docMk/>
            <pc:sldMk cId="2069622168" sldId="268"/>
            <ac:spMk id="6" creationId="{16C8225B-4FC7-C143-2D54-B375A6D9F8AB}"/>
          </ac:spMkLst>
        </pc:spChg>
        <pc:picChg chg="add mod">
          <ac:chgData name="Christian Villanueva" userId="9367907e4847b616" providerId="LiveId" clId="{F1001540-7C7A-4589-9B96-C81874AC31F2}" dt="2023-11-03T18:27:34.287" v="4012" actId="1076"/>
          <ac:picMkLst>
            <pc:docMk/>
            <pc:sldMk cId="2069622168" sldId="268"/>
            <ac:picMk id="1026" creationId="{3A5F7F1E-0910-0776-7011-6CA3D5DEFC0B}"/>
          </ac:picMkLst>
        </pc:picChg>
        <pc:picChg chg="add mod">
          <ac:chgData name="Christian Villanueva" userId="9367907e4847b616" providerId="LiveId" clId="{F1001540-7C7A-4589-9B96-C81874AC31F2}" dt="2023-11-03T18:47:00.628" v="4326" actId="14100"/>
          <ac:picMkLst>
            <pc:docMk/>
            <pc:sldMk cId="2069622168" sldId="268"/>
            <ac:picMk id="1028" creationId="{C235552A-395E-CEE3-FA10-39C089092389}"/>
          </ac:picMkLst>
        </pc:picChg>
      </pc:sldChg>
      <pc:sldChg chg="addSp delSp modSp add mod">
        <pc:chgData name="Christian Villanueva" userId="9367907e4847b616" providerId="LiveId" clId="{F1001540-7C7A-4589-9B96-C81874AC31F2}" dt="2023-11-03T23:43:12.460" v="5129" actId="20577"/>
        <pc:sldMkLst>
          <pc:docMk/>
          <pc:sldMk cId="3029012709" sldId="269"/>
        </pc:sldMkLst>
        <pc:spChg chg="mod">
          <ac:chgData name="Christian Villanueva" userId="9367907e4847b616" providerId="LiveId" clId="{F1001540-7C7A-4589-9B96-C81874AC31F2}" dt="2023-11-03T23:43:12.460" v="5129" actId="20577"/>
          <ac:spMkLst>
            <pc:docMk/>
            <pc:sldMk cId="3029012709" sldId="269"/>
            <ac:spMk id="2" creationId="{86705015-20EE-35FE-01D6-B865C6688E52}"/>
          </ac:spMkLst>
        </pc:spChg>
        <pc:spChg chg="mod">
          <ac:chgData name="Christian Villanueva" userId="9367907e4847b616" providerId="LiveId" clId="{F1001540-7C7A-4589-9B96-C81874AC31F2}" dt="2023-11-03T18:54:15.313" v="4414" actId="20577"/>
          <ac:spMkLst>
            <pc:docMk/>
            <pc:sldMk cId="3029012709" sldId="269"/>
            <ac:spMk id="3" creationId="{08D62982-4107-D75F-CB7C-97EE84C54343}"/>
          </ac:spMkLst>
        </pc:spChg>
        <pc:spChg chg="mod">
          <ac:chgData name="Christian Villanueva" userId="9367907e4847b616" providerId="LiveId" clId="{F1001540-7C7A-4589-9B96-C81874AC31F2}" dt="2023-11-03T18:57:04.853" v="4479" actId="20577"/>
          <ac:spMkLst>
            <pc:docMk/>
            <pc:sldMk cId="3029012709" sldId="269"/>
            <ac:spMk id="4" creationId="{468CFB57-4CC2-9CC8-7094-D8B207E85E78}"/>
          </ac:spMkLst>
        </pc:spChg>
        <pc:spChg chg="mod">
          <ac:chgData name="Christian Villanueva" userId="9367907e4847b616" providerId="LiveId" clId="{F1001540-7C7A-4589-9B96-C81874AC31F2}" dt="2023-11-03T18:57:27.109" v="4483" actId="1076"/>
          <ac:spMkLst>
            <pc:docMk/>
            <pc:sldMk cId="3029012709" sldId="269"/>
            <ac:spMk id="5" creationId="{EA856916-9E78-C94C-CB26-9A6C91B05C22}"/>
          </ac:spMkLst>
        </pc:spChg>
        <pc:spChg chg="mod">
          <ac:chgData name="Christian Villanueva" userId="9367907e4847b616" providerId="LiveId" clId="{F1001540-7C7A-4589-9B96-C81874AC31F2}" dt="2023-11-03T18:54:58.059" v="4425"/>
          <ac:spMkLst>
            <pc:docMk/>
            <pc:sldMk cId="3029012709" sldId="269"/>
            <ac:spMk id="6" creationId="{16C8225B-4FC7-C143-2D54-B375A6D9F8AB}"/>
          </ac:spMkLst>
        </pc:spChg>
        <pc:spChg chg="add del">
          <ac:chgData name="Christian Villanueva" userId="9367907e4847b616" providerId="LiveId" clId="{F1001540-7C7A-4589-9B96-C81874AC31F2}" dt="2023-11-03T18:55:34.809" v="4428"/>
          <ac:spMkLst>
            <pc:docMk/>
            <pc:sldMk cId="3029012709" sldId="269"/>
            <ac:spMk id="7" creationId="{F87C7827-9253-B6B9-0F9B-54DBEE0D4324}"/>
          </ac:spMkLst>
        </pc:spChg>
        <pc:spChg chg="add del mod">
          <ac:chgData name="Christian Villanueva" userId="9367907e4847b616" providerId="LiveId" clId="{F1001540-7C7A-4589-9B96-C81874AC31F2}" dt="2023-11-03T18:55:43.511" v="4431" actId="478"/>
          <ac:spMkLst>
            <pc:docMk/>
            <pc:sldMk cId="3029012709" sldId="269"/>
            <ac:spMk id="9" creationId="{48F09FBA-DF5D-340E-0C74-C36ECC0BD0A3}"/>
          </ac:spMkLst>
        </pc:spChg>
        <pc:picChg chg="del">
          <ac:chgData name="Christian Villanueva" userId="9367907e4847b616" providerId="LiveId" clId="{F1001540-7C7A-4589-9B96-C81874AC31F2}" dt="2023-11-03T18:54:17.871" v="4415" actId="478"/>
          <ac:picMkLst>
            <pc:docMk/>
            <pc:sldMk cId="3029012709" sldId="269"/>
            <ac:picMk id="1026" creationId="{3A5F7F1E-0910-0776-7011-6CA3D5DEFC0B}"/>
          </ac:picMkLst>
        </pc:picChg>
        <pc:picChg chg="del">
          <ac:chgData name="Christian Villanueva" userId="9367907e4847b616" providerId="LiveId" clId="{F1001540-7C7A-4589-9B96-C81874AC31F2}" dt="2023-11-03T18:55:31.808" v="4426" actId="478"/>
          <ac:picMkLst>
            <pc:docMk/>
            <pc:sldMk cId="3029012709" sldId="269"/>
            <ac:picMk id="1028" creationId="{C235552A-395E-CEE3-FA10-39C089092389}"/>
          </ac:picMkLst>
        </pc:picChg>
        <pc:picChg chg="add mod">
          <ac:chgData name="Christian Villanueva" userId="9367907e4847b616" providerId="LiveId" clId="{F1001540-7C7A-4589-9B96-C81874AC31F2}" dt="2023-11-03T18:54:35.828" v="4420" actId="1076"/>
          <ac:picMkLst>
            <pc:docMk/>
            <pc:sldMk cId="3029012709" sldId="269"/>
            <ac:picMk id="2050" creationId="{7D5A6C4D-357B-85C2-0BE1-0742F40C7F5A}"/>
          </ac:picMkLst>
        </pc:picChg>
        <pc:picChg chg="add del mod">
          <ac:chgData name="Christian Villanueva" userId="9367907e4847b616" providerId="LiveId" clId="{F1001540-7C7A-4589-9B96-C81874AC31F2}" dt="2023-11-03T18:56:43.698" v="4436" actId="478"/>
          <ac:picMkLst>
            <pc:docMk/>
            <pc:sldMk cId="3029012709" sldId="269"/>
            <ac:picMk id="2056" creationId="{CCF3F677-F430-A806-6976-B3CAA387C80D}"/>
          </ac:picMkLst>
        </pc:picChg>
        <pc:picChg chg="add mod">
          <ac:chgData name="Christian Villanueva" userId="9367907e4847b616" providerId="LiveId" clId="{F1001540-7C7A-4589-9B96-C81874AC31F2}" dt="2023-11-03T18:57:29.186" v="4484" actId="1076"/>
          <ac:picMkLst>
            <pc:docMk/>
            <pc:sldMk cId="3029012709" sldId="269"/>
            <ac:picMk id="2058" creationId="{F3D82B58-29BF-067C-C01F-37E5A0C9745F}"/>
          </ac:picMkLst>
        </pc:picChg>
      </pc:sldChg>
      <pc:sldChg chg="addSp delSp modSp add mod">
        <pc:chgData name="Christian Villanueva" userId="9367907e4847b616" providerId="LiveId" clId="{F1001540-7C7A-4589-9B96-C81874AC31F2}" dt="2023-11-03T23:42:11.331" v="5105" actId="1076"/>
        <pc:sldMkLst>
          <pc:docMk/>
          <pc:sldMk cId="449043533" sldId="270"/>
        </pc:sldMkLst>
        <pc:spChg chg="mod">
          <ac:chgData name="Christian Villanueva" userId="9367907e4847b616" providerId="LiveId" clId="{F1001540-7C7A-4589-9B96-C81874AC31F2}" dt="2023-11-03T23:26:38.945" v="4535" actId="20577"/>
          <ac:spMkLst>
            <pc:docMk/>
            <pc:sldMk cId="449043533" sldId="270"/>
            <ac:spMk id="2" creationId="{86705015-20EE-35FE-01D6-B865C6688E52}"/>
          </ac:spMkLst>
        </pc:spChg>
        <pc:spChg chg="del mod">
          <ac:chgData name="Christian Villanueva" userId="9367907e4847b616" providerId="LiveId" clId="{F1001540-7C7A-4589-9B96-C81874AC31F2}" dt="2023-11-03T23:32:03.960" v="4649" actId="478"/>
          <ac:spMkLst>
            <pc:docMk/>
            <pc:sldMk cId="449043533" sldId="270"/>
            <ac:spMk id="3" creationId="{08D62982-4107-D75F-CB7C-97EE84C54343}"/>
          </ac:spMkLst>
        </pc:spChg>
        <pc:spChg chg="add mod ord">
          <ac:chgData name="Christian Villanueva" userId="9367907e4847b616" providerId="LiveId" clId="{F1001540-7C7A-4589-9B96-C81874AC31F2}" dt="2023-11-03T23:38:43.971" v="4768" actId="1076"/>
          <ac:spMkLst>
            <pc:docMk/>
            <pc:sldMk cId="449043533" sldId="270"/>
            <ac:spMk id="4" creationId="{9FE7B3C4-3E58-CEF6-C5B2-AF39D72E54A6}"/>
          </ac:spMkLst>
        </pc:spChg>
        <pc:spChg chg="add mod ord">
          <ac:chgData name="Christian Villanueva" userId="9367907e4847b616" providerId="LiveId" clId="{F1001540-7C7A-4589-9B96-C81874AC31F2}" dt="2023-11-03T23:41:55.613" v="5103" actId="1076"/>
          <ac:spMkLst>
            <pc:docMk/>
            <pc:sldMk cId="449043533" sldId="270"/>
            <ac:spMk id="5" creationId="{B309B420-9FCF-9302-A391-1D620C107C2B}"/>
          </ac:spMkLst>
        </pc:spChg>
        <pc:spChg chg="mod">
          <ac:chgData name="Christian Villanueva" userId="9367907e4847b616" providerId="LiveId" clId="{F1001540-7C7A-4589-9B96-C81874AC31F2}" dt="2023-11-03T23:38:16.663" v="4761" actId="20577"/>
          <ac:spMkLst>
            <pc:docMk/>
            <pc:sldMk cId="449043533" sldId="270"/>
            <ac:spMk id="9" creationId="{634CADA8-25F8-3300-D126-1B983023795A}"/>
          </ac:spMkLst>
        </pc:spChg>
        <pc:spChg chg="mod">
          <ac:chgData name="Christian Villanueva" userId="9367907e4847b616" providerId="LiveId" clId="{F1001540-7C7A-4589-9B96-C81874AC31F2}" dt="2023-11-03T23:39:16.377" v="4776" actId="1076"/>
          <ac:spMkLst>
            <pc:docMk/>
            <pc:sldMk cId="449043533" sldId="270"/>
            <ac:spMk id="11" creationId="{63833F23-55A3-3651-7EC1-8C8907DD64D2}"/>
          </ac:spMkLst>
        </pc:spChg>
        <pc:spChg chg="add mod">
          <ac:chgData name="Christian Villanueva" userId="9367907e4847b616" providerId="LiveId" clId="{F1001540-7C7A-4589-9B96-C81874AC31F2}" dt="2023-11-03T23:41:48.906" v="5100" actId="1076"/>
          <ac:spMkLst>
            <pc:docMk/>
            <pc:sldMk cId="449043533" sldId="270"/>
            <ac:spMk id="13" creationId="{A3A502E6-BB33-B6AA-9918-FE9FE8242F83}"/>
          </ac:spMkLst>
        </pc:spChg>
        <pc:grpChg chg="add mod">
          <ac:chgData name="Christian Villanueva" userId="9367907e4847b616" providerId="LiveId" clId="{F1001540-7C7A-4589-9B96-C81874AC31F2}" dt="2023-11-03T23:42:06.470" v="5104" actId="1076"/>
          <ac:grpSpMkLst>
            <pc:docMk/>
            <pc:sldMk cId="449043533" sldId="270"/>
            <ac:grpSpMk id="6" creationId="{F0149E2C-C2F0-9F7F-6F29-6D44F7BD3E84}"/>
          </ac:grpSpMkLst>
        </pc:grpChg>
        <pc:grpChg chg="add mod">
          <ac:chgData name="Christian Villanueva" userId="9367907e4847b616" providerId="LiveId" clId="{F1001540-7C7A-4589-9B96-C81874AC31F2}" dt="2023-11-03T23:42:11.331" v="5105" actId="1076"/>
          <ac:grpSpMkLst>
            <pc:docMk/>
            <pc:sldMk cId="449043533" sldId="270"/>
            <ac:grpSpMk id="7" creationId="{BF71F992-AE95-E711-07D0-3695D4CE60C6}"/>
          </ac:grpSpMkLst>
        </pc:grpChg>
      </pc:sldChg>
      <pc:sldChg chg="addSp delSp modSp add mod">
        <pc:chgData name="Christian Villanueva" userId="9367907e4847b616" providerId="LiveId" clId="{F1001540-7C7A-4589-9B96-C81874AC31F2}" dt="2023-11-04T06:35:34.172" v="6168" actId="20577"/>
        <pc:sldMkLst>
          <pc:docMk/>
          <pc:sldMk cId="3961512347" sldId="271"/>
        </pc:sldMkLst>
        <pc:spChg chg="mod">
          <ac:chgData name="Christian Villanueva" userId="9367907e4847b616" providerId="LiveId" clId="{F1001540-7C7A-4589-9B96-C81874AC31F2}" dt="2023-11-04T06:22:03.777" v="5152" actId="20577"/>
          <ac:spMkLst>
            <pc:docMk/>
            <pc:sldMk cId="3961512347" sldId="271"/>
            <ac:spMk id="2" creationId="{86705015-20EE-35FE-01D6-B865C6688E52}"/>
          </ac:spMkLst>
        </pc:spChg>
        <pc:spChg chg="del topLvl">
          <ac:chgData name="Christian Villanueva" userId="9367907e4847b616" providerId="LiveId" clId="{F1001540-7C7A-4589-9B96-C81874AC31F2}" dt="2023-11-04T06:22:08.102" v="5154" actId="478"/>
          <ac:spMkLst>
            <pc:docMk/>
            <pc:sldMk cId="3961512347" sldId="271"/>
            <ac:spMk id="9" creationId="{634CADA8-25F8-3300-D126-1B983023795A}"/>
          </ac:spMkLst>
        </pc:spChg>
        <pc:spChg chg="del topLvl">
          <ac:chgData name="Christian Villanueva" userId="9367907e4847b616" providerId="LiveId" clId="{F1001540-7C7A-4589-9B96-C81874AC31F2}" dt="2023-11-04T06:22:09.636" v="5155" actId="478"/>
          <ac:spMkLst>
            <pc:docMk/>
            <pc:sldMk cId="3961512347" sldId="271"/>
            <ac:spMk id="11" creationId="{63833F23-55A3-3651-7EC1-8C8907DD64D2}"/>
          </ac:spMkLst>
        </pc:spChg>
        <pc:spChg chg="mod">
          <ac:chgData name="Christian Villanueva" userId="9367907e4847b616" providerId="LiveId" clId="{F1001540-7C7A-4589-9B96-C81874AC31F2}" dt="2023-11-04T06:30:59.116" v="5824" actId="403"/>
          <ac:spMkLst>
            <pc:docMk/>
            <pc:sldMk cId="3961512347" sldId="271"/>
            <ac:spMk id="13" creationId="{A3A502E6-BB33-B6AA-9918-FE9FE8242F83}"/>
          </ac:spMkLst>
        </pc:spChg>
        <pc:spChg chg="add mod">
          <ac:chgData name="Christian Villanueva" userId="9367907e4847b616" providerId="LiveId" clId="{F1001540-7C7A-4589-9B96-C81874AC31F2}" dt="2023-11-04T06:32:05.108" v="5863" actId="20577"/>
          <ac:spMkLst>
            <pc:docMk/>
            <pc:sldMk cId="3961512347" sldId="271"/>
            <ac:spMk id="17" creationId="{5E6D14C0-7D53-6A4D-9283-B4804125BD51}"/>
          </ac:spMkLst>
        </pc:spChg>
        <pc:spChg chg="add mod">
          <ac:chgData name="Christian Villanueva" userId="9367907e4847b616" providerId="LiveId" clId="{F1001540-7C7A-4589-9B96-C81874AC31F2}" dt="2023-11-04T06:32:57.630" v="5896" actId="207"/>
          <ac:spMkLst>
            <pc:docMk/>
            <pc:sldMk cId="3961512347" sldId="271"/>
            <ac:spMk id="24" creationId="{94355A0F-2B9E-CA5E-3F19-915C940FC5CA}"/>
          </ac:spMkLst>
        </pc:spChg>
        <pc:spChg chg="add mod">
          <ac:chgData name="Christian Villanueva" userId="9367907e4847b616" providerId="LiveId" clId="{F1001540-7C7A-4589-9B96-C81874AC31F2}" dt="2023-11-04T06:33:44.882" v="5962" actId="14100"/>
          <ac:spMkLst>
            <pc:docMk/>
            <pc:sldMk cId="3961512347" sldId="271"/>
            <ac:spMk id="29" creationId="{166BAF03-3582-2CE7-CF69-4A26686F29D3}"/>
          </ac:spMkLst>
        </pc:spChg>
        <pc:spChg chg="add mod">
          <ac:chgData name="Christian Villanueva" userId="9367907e4847b616" providerId="LiveId" clId="{F1001540-7C7A-4589-9B96-C81874AC31F2}" dt="2023-11-04T06:35:34.172" v="6168" actId="20577"/>
          <ac:spMkLst>
            <pc:docMk/>
            <pc:sldMk cId="3961512347" sldId="271"/>
            <ac:spMk id="33" creationId="{D78416D4-94E4-540C-9457-E3BE9B610293}"/>
          </ac:spMkLst>
        </pc:spChg>
        <pc:grpChg chg="del">
          <ac:chgData name="Christian Villanueva" userId="9367907e4847b616" providerId="LiveId" clId="{F1001540-7C7A-4589-9B96-C81874AC31F2}" dt="2023-11-04T06:22:06.765" v="5153" actId="478"/>
          <ac:grpSpMkLst>
            <pc:docMk/>
            <pc:sldMk cId="3961512347" sldId="271"/>
            <ac:grpSpMk id="6" creationId="{F0149E2C-C2F0-9F7F-6F29-6D44F7BD3E84}"/>
          </ac:grpSpMkLst>
        </pc:grpChg>
        <pc:grpChg chg="del">
          <ac:chgData name="Christian Villanueva" userId="9367907e4847b616" providerId="LiveId" clId="{F1001540-7C7A-4589-9B96-C81874AC31F2}" dt="2023-11-04T06:22:08.102" v="5154" actId="478"/>
          <ac:grpSpMkLst>
            <pc:docMk/>
            <pc:sldMk cId="3961512347" sldId="271"/>
            <ac:grpSpMk id="7" creationId="{BF71F992-AE95-E711-07D0-3695D4CE60C6}"/>
          </ac:grpSpMkLst>
        </pc:grpChg>
        <pc:cxnChg chg="add mod">
          <ac:chgData name="Christian Villanueva" userId="9367907e4847b616" providerId="LiveId" clId="{F1001540-7C7A-4589-9B96-C81874AC31F2}" dt="2023-11-04T06:31:38.651" v="5826" actId="13822"/>
          <ac:cxnSpMkLst>
            <pc:docMk/>
            <pc:sldMk cId="3961512347" sldId="271"/>
            <ac:cxnSpMk id="15" creationId="{4DC09846-1A3B-8730-ADDF-13E20DA0A5A4}"/>
          </ac:cxnSpMkLst>
        </pc:cxnChg>
        <pc:cxnChg chg="add mod">
          <ac:chgData name="Christian Villanueva" userId="9367907e4847b616" providerId="LiveId" clId="{F1001540-7C7A-4589-9B96-C81874AC31F2}" dt="2023-11-04T06:32:24.312" v="5867" actId="14100"/>
          <ac:cxnSpMkLst>
            <pc:docMk/>
            <pc:sldMk cId="3961512347" sldId="271"/>
            <ac:cxnSpMk id="18" creationId="{C98F46F8-A345-1927-3F49-75CE8FE07D94}"/>
          </ac:cxnSpMkLst>
        </pc:cxnChg>
        <pc:cxnChg chg="add mod">
          <ac:chgData name="Christian Villanueva" userId="9367907e4847b616" providerId="LiveId" clId="{F1001540-7C7A-4589-9B96-C81874AC31F2}" dt="2023-11-04T06:32:31.667" v="5870" actId="14100"/>
          <ac:cxnSpMkLst>
            <pc:docMk/>
            <pc:sldMk cId="3961512347" sldId="271"/>
            <ac:cxnSpMk id="21" creationId="{B575F739-EB0B-433B-615F-87ED5F91A897}"/>
          </ac:cxnSpMkLst>
        </pc:cxnChg>
        <pc:cxnChg chg="add mod">
          <ac:chgData name="Christian Villanueva" userId="9367907e4847b616" providerId="LiveId" clId="{F1001540-7C7A-4589-9B96-C81874AC31F2}" dt="2023-11-04T06:33:16.164" v="5902" actId="14100"/>
          <ac:cxnSpMkLst>
            <pc:docMk/>
            <pc:sldMk cId="3961512347" sldId="271"/>
            <ac:cxnSpMk id="25" creationId="{0D5D9C5E-B451-48BE-12A1-9DCEF0795C80}"/>
          </ac:cxnSpMkLst>
        </pc:cxnChg>
        <pc:cxnChg chg="add mod">
          <ac:chgData name="Christian Villanueva" userId="9367907e4847b616" providerId="LiveId" clId="{F1001540-7C7A-4589-9B96-C81874AC31F2}" dt="2023-11-04T06:33:55.979" v="5966" actId="14100"/>
          <ac:cxnSpMkLst>
            <pc:docMk/>
            <pc:sldMk cId="3961512347" sldId="271"/>
            <ac:cxnSpMk id="30" creationId="{3AB82B06-2345-EEFD-A8F6-7530EC40831F}"/>
          </ac:cxnSpMkLst>
        </pc:cxnChg>
      </pc:sldChg>
      <pc:sldChg chg="addSp delSp modSp add mod">
        <pc:chgData name="Christian Villanueva" userId="9367907e4847b616" providerId="LiveId" clId="{F1001540-7C7A-4589-9B96-C81874AC31F2}" dt="2023-11-04T06:55:47.461" v="6472" actId="20577"/>
        <pc:sldMkLst>
          <pc:docMk/>
          <pc:sldMk cId="1178044164" sldId="272"/>
        </pc:sldMkLst>
        <pc:spChg chg="mod">
          <ac:chgData name="Christian Villanueva" userId="9367907e4847b616" providerId="LiveId" clId="{F1001540-7C7A-4589-9B96-C81874AC31F2}" dt="2023-11-04T06:49:36.837" v="6209" actId="20577"/>
          <ac:spMkLst>
            <pc:docMk/>
            <pc:sldMk cId="1178044164" sldId="272"/>
            <ac:spMk id="2" creationId="{86705015-20EE-35FE-01D6-B865C6688E52}"/>
          </ac:spMkLst>
        </pc:spChg>
        <pc:spChg chg="add mod">
          <ac:chgData name="Christian Villanueva" userId="9367907e4847b616" providerId="LiveId" clId="{F1001540-7C7A-4589-9B96-C81874AC31F2}" dt="2023-11-04T06:55:47.461" v="6472" actId="20577"/>
          <ac:spMkLst>
            <pc:docMk/>
            <pc:sldMk cId="1178044164" sldId="272"/>
            <ac:spMk id="3" creationId="{EA6B5341-BD2F-8E36-D25B-C2A2B4D7C0B8}"/>
          </ac:spMkLst>
        </pc:spChg>
        <pc:spChg chg="mod">
          <ac:chgData name="Christian Villanueva" userId="9367907e4847b616" providerId="LiveId" clId="{F1001540-7C7A-4589-9B96-C81874AC31F2}" dt="2023-11-04T06:51:02.216" v="6327" actId="20577"/>
          <ac:spMkLst>
            <pc:docMk/>
            <pc:sldMk cId="1178044164" sldId="272"/>
            <ac:spMk id="13" creationId="{A3A502E6-BB33-B6AA-9918-FE9FE8242F83}"/>
          </ac:spMkLst>
        </pc:spChg>
        <pc:spChg chg="del">
          <ac:chgData name="Christian Villanueva" userId="9367907e4847b616" providerId="LiveId" clId="{F1001540-7C7A-4589-9B96-C81874AC31F2}" dt="2023-11-04T06:49:44.615" v="6210" actId="478"/>
          <ac:spMkLst>
            <pc:docMk/>
            <pc:sldMk cId="1178044164" sldId="272"/>
            <ac:spMk id="17" creationId="{5E6D14C0-7D53-6A4D-9283-B4804125BD51}"/>
          </ac:spMkLst>
        </pc:spChg>
        <pc:spChg chg="del">
          <ac:chgData name="Christian Villanueva" userId="9367907e4847b616" providerId="LiveId" clId="{F1001540-7C7A-4589-9B96-C81874AC31F2}" dt="2023-11-04T06:49:45.735" v="6211" actId="478"/>
          <ac:spMkLst>
            <pc:docMk/>
            <pc:sldMk cId="1178044164" sldId="272"/>
            <ac:spMk id="24" creationId="{94355A0F-2B9E-CA5E-3F19-915C940FC5CA}"/>
          </ac:spMkLst>
        </pc:spChg>
        <pc:spChg chg="del">
          <ac:chgData name="Christian Villanueva" userId="9367907e4847b616" providerId="LiveId" clId="{F1001540-7C7A-4589-9B96-C81874AC31F2}" dt="2023-11-04T06:49:46.950" v="6212" actId="478"/>
          <ac:spMkLst>
            <pc:docMk/>
            <pc:sldMk cId="1178044164" sldId="272"/>
            <ac:spMk id="29" creationId="{166BAF03-3582-2CE7-CF69-4A26686F29D3}"/>
          </ac:spMkLst>
        </pc:spChg>
        <pc:spChg chg="del">
          <ac:chgData name="Christian Villanueva" userId="9367907e4847b616" providerId="LiveId" clId="{F1001540-7C7A-4589-9B96-C81874AC31F2}" dt="2023-11-04T06:49:48.835" v="6213" actId="478"/>
          <ac:spMkLst>
            <pc:docMk/>
            <pc:sldMk cId="1178044164" sldId="272"/>
            <ac:spMk id="33" creationId="{D78416D4-94E4-540C-9457-E3BE9B610293}"/>
          </ac:spMkLst>
        </pc:spChg>
        <pc:cxnChg chg="del">
          <ac:chgData name="Christian Villanueva" userId="9367907e4847b616" providerId="LiveId" clId="{F1001540-7C7A-4589-9B96-C81874AC31F2}" dt="2023-11-04T06:49:53.019" v="6218" actId="478"/>
          <ac:cxnSpMkLst>
            <pc:docMk/>
            <pc:sldMk cId="1178044164" sldId="272"/>
            <ac:cxnSpMk id="15" creationId="{4DC09846-1A3B-8730-ADDF-13E20DA0A5A4}"/>
          </ac:cxnSpMkLst>
        </pc:cxnChg>
        <pc:cxnChg chg="del">
          <ac:chgData name="Christian Villanueva" userId="9367907e4847b616" providerId="LiveId" clId="{F1001540-7C7A-4589-9B96-C81874AC31F2}" dt="2023-11-04T06:49:52.292" v="6217" actId="478"/>
          <ac:cxnSpMkLst>
            <pc:docMk/>
            <pc:sldMk cId="1178044164" sldId="272"/>
            <ac:cxnSpMk id="18" creationId="{C98F46F8-A345-1927-3F49-75CE8FE07D94}"/>
          </ac:cxnSpMkLst>
        </pc:cxnChg>
        <pc:cxnChg chg="del">
          <ac:chgData name="Christian Villanueva" userId="9367907e4847b616" providerId="LiveId" clId="{F1001540-7C7A-4589-9B96-C81874AC31F2}" dt="2023-11-04T06:49:51.841" v="6216" actId="478"/>
          <ac:cxnSpMkLst>
            <pc:docMk/>
            <pc:sldMk cId="1178044164" sldId="272"/>
            <ac:cxnSpMk id="21" creationId="{B575F739-EB0B-433B-615F-87ED5F91A897}"/>
          </ac:cxnSpMkLst>
        </pc:cxnChg>
        <pc:cxnChg chg="del">
          <ac:chgData name="Christian Villanueva" userId="9367907e4847b616" providerId="LiveId" clId="{F1001540-7C7A-4589-9B96-C81874AC31F2}" dt="2023-11-04T06:49:50.903" v="6215" actId="478"/>
          <ac:cxnSpMkLst>
            <pc:docMk/>
            <pc:sldMk cId="1178044164" sldId="272"/>
            <ac:cxnSpMk id="25" creationId="{0D5D9C5E-B451-48BE-12A1-9DCEF0795C80}"/>
          </ac:cxnSpMkLst>
        </pc:cxnChg>
        <pc:cxnChg chg="del">
          <ac:chgData name="Christian Villanueva" userId="9367907e4847b616" providerId="LiveId" clId="{F1001540-7C7A-4589-9B96-C81874AC31F2}" dt="2023-11-04T06:49:49.646" v="6214" actId="478"/>
          <ac:cxnSpMkLst>
            <pc:docMk/>
            <pc:sldMk cId="1178044164" sldId="272"/>
            <ac:cxnSpMk id="30" creationId="{3AB82B06-2345-EEFD-A8F6-7530EC40831F}"/>
          </ac:cxnSpMkLst>
        </pc:cxnChg>
      </pc:sldChg>
    </pc:docChg>
  </pc:docChgLst>
  <pc:docChgLst>
    <pc:chgData name="Christian Villanueva" userId="9367907e4847b616" providerId="LiveId" clId="{358B7E07-D029-43F0-93AB-118D3A727236}"/>
    <pc:docChg chg="undo custSel addSld delSld modSld">
      <pc:chgData name="Christian Villanueva" userId="9367907e4847b616" providerId="LiveId" clId="{358B7E07-D029-43F0-93AB-118D3A727236}" dt="2023-11-11T03:47:56.505" v="2492" actId="12"/>
      <pc:docMkLst>
        <pc:docMk/>
      </pc:docMkLst>
      <pc:sldChg chg="modSp mod">
        <pc:chgData name="Christian Villanueva" userId="9367907e4847b616" providerId="LiveId" clId="{358B7E07-D029-43F0-93AB-118D3A727236}" dt="2023-11-10T19:55:53.485" v="11" actId="20577"/>
        <pc:sldMkLst>
          <pc:docMk/>
          <pc:sldMk cId="2517860399" sldId="256"/>
        </pc:sldMkLst>
        <pc:spChg chg="mod">
          <ac:chgData name="Christian Villanueva" userId="9367907e4847b616" providerId="LiveId" clId="{358B7E07-D029-43F0-93AB-118D3A727236}" dt="2023-11-10T19:55:53.48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358B7E07-D029-43F0-93AB-118D3A727236}" dt="2023-11-10T20:15:27.312" v="555" actId="20577"/>
        <pc:sldMkLst>
          <pc:docMk/>
          <pc:sldMk cId="1457034104" sldId="257"/>
        </pc:sldMkLst>
        <pc:spChg chg="mod">
          <ac:chgData name="Christian Villanueva" userId="9367907e4847b616" providerId="LiveId" clId="{358B7E07-D029-43F0-93AB-118D3A727236}" dt="2023-11-10T20:15:27.312" v="555" actId="20577"/>
          <ac:spMkLst>
            <pc:docMk/>
            <pc:sldMk cId="1457034104" sldId="257"/>
            <ac:spMk id="3" creationId="{01D8EAC6-B22C-71F3-4A0A-C98523B1A82F}"/>
          </ac:spMkLst>
        </pc:spChg>
      </pc:sldChg>
      <pc:sldChg chg="addSp delSp modSp mod">
        <pc:chgData name="Christian Villanueva" userId="9367907e4847b616" providerId="LiveId" clId="{358B7E07-D029-43F0-93AB-118D3A727236}" dt="2023-11-10T23:12:55.392" v="1599"/>
        <pc:sldMkLst>
          <pc:docMk/>
          <pc:sldMk cId="2069622168" sldId="268"/>
        </pc:sldMkLst>
        <pc:spChg chg="mod">
          <ac:chgData name="Christian Villanueva" userId="9367907e4847b616" providerId="LiveId" clId="{358B7E07-D029-43F0-93AB-118D3A727236}" dt="2023-11-10T23:06:13.831" v="728" actId="20577"/>
          <ac:spMkLst>
            <pc:docMk/>
            <pc:sldMk cId="2069622168" sldId="26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0T23:12:55.392" v="1599"/>
          <ac:spMkLst>
            <pc:docMk/>
            <pc:sldMk cId="2069622168" sldId="268"/>
            <ac:spMk id="3" creationId="{3B19FA53-20D9-446D-1578-9915B6AADAEC}"/>
          </ac:spMkLst>
        </pc:spChg>
        <pc:spChg chg="mod">
          <ac:chgData name="Christian Villanueva" userId="9367907e4847b616" providerId="LiveId" clId="{358B7E07-D029-43F0-93AB-118D3A727236}" dt="2023-11-10T23:12:53.421" v="1597" actId="27636"/>
          <ac:spMkLst>
            <pc:docMk/>
            <pc:sldMk cId="2069622168" sldId="268"/>
            <ac:spMk id="9" creationId="{30D555CC-90BC-BE52-9BE3-30C735F83DFB}"/>
          </ac:spMkLst>
        </pc:spChg>
        <pc:spChg chg="del">
          <ac:chgData name="Christian Villanueva" userId="9367907e4847b616" providerId="LiveId" clId="{358B7E07-D029-43F0-93AB-118D3A727236}" dt="2023-11-10T23:06:22.978" v="731" actId="478"/>
          <ac:spMkLst>
            <pc:docMk/>
            <pc:sldMk cId="2069622168" sldId="268"/>
            <ac:spMk id="11" creationId="{C7E775B9-1E0B-C36E-039D-E221AF18DBF4}"/>
          </ac:spMkLst>
        </pc:spChg>
      </pc:sldChg>
      <pc:sldChg chg="modSp mod">
        <pc:chgData name="Christian Villanueva" userId="9367907e4847b616" providerId="LiveId" clId="{358B7E07-D029-43F0-93AB-118D3A727236}" dt="2023-11-10T20:18:09.440" v="709" actId="20577"/>
        <pc:sldMkLst>
          <pc:docMk/>
          <pc:sldMk cId="3805736252" sldId="273"/>
        </pc:sldMkLst>
        <pc:spChg chg="mod">
          <ac:chgData name="Christian Villanueva" userId="9367907e4847b616" providerId="LiveId" clId="{358B7E07-D029-43F0-93AB-118D3A727236}" dt="2023-11-10T20:18:09.440" v="709" actId="20577"/>
          <ac:spMkLst>
            <pc:docMk/>
            <pc:sldMk cId="3805736252" sldId="273"/>
            <ac:spMk id="3" creationId="{01D8EAC6-B22C-71F3-4A0A-C98523B1A82F}"/>
          </ac:spMkLst>
        </pc:spChg>
      </pc:sldChg>
      <pc:sldChg chg="modSp mod">
        <pc:chgData name="Christian Villanueva" userId="9367907e4847b616" providerId="LiveId" clId="{358B7E07-D029-43F0-93AB-118D3A727236}" dt="2023-11-10T20:17:48.662" v="663" actId="20577"/>
        <pc:sldMkLst>
          <pc:docMk/>
          <pc:sldMk cId="1730968163" sldId="274"/>
        </pc:sldMkLst>
        <pc:spChg chg="mod">
          <ac:chgData name="Christian Villanueva" userId="9367907e4847b616" providerId="LiveId" clId="{358B7E07-D029-43F0-93AB-118D3A727236}" dt="2023-11-10T20:17:48.662" v="663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del">
        <pc:chgData name="Christian Villanueva" userId="9367907e4847b616" providerId="LiveId" clId="{358B7E07-D029-43F0-93AB-118D3A727236}" dt="2023-11-10T23:13:49.002" v="1601" actId="47"/>
        <pc:sldMkLst>
          <pc:docMk/>
          <pc:sldMk cId="725816632" sldId="275"/>
        </pc:sldMkLst>
      </pc:sldChg>
      <pc:sldChg chg="modSp mod">
        <pc:chgData name="Christian Villanueva" userId="9367907e4847b616" providerId="LiveId" clId="{358B7E07-D029-43F0-93AB-118D3A727236}" dt="2023-11-10T23:15:31.037" v="1787" actId="403"/>
        <pc:sldMkLst>
          <pc:docMk/>
          <pc:sldMk cId="900127888" sldId="276"/>
        </pc:sldMkLst>
        <pc:spChg chg="mod">
          <ac:chgData name="Christian Villanueva" userId="9367907e4847b616" providerId="LiveId" clId="{358B7E07-D029-43F0-93AB-118D3A727236}" dt="2023-11-10T23:15:31.037" v="1787" actId="403"/>
          <ac:spMkLst>
            <pc:docMk/>
            <pc:sldMk cId="900127888" sldId="276"/>
            <ac:spMk id="9" creationId="{30D555CC-90BC-BE52-9BE3-30C735F83DFB}"/>
          </ac:spMkLst>
        </pc:spChg>
      </pc:sldChg>
      <pc:sldChg chg="modSp add mod">
        <pc:chgData name="Christian Villanueva" userId="9367907e4847b616" providerId="LiveId" clId="{358B7E07-D029-43F0-93AB-118D3A727236}" dt="2023-11-10T23:56:39.122" v="2062" actId="113"/>
        <pc:sldMkLst>
          <pc:docMk/>
          <pc:sldMk cId="2966078865" sldId="277"/>
        </pc:sldMkLst>
        <pc:spChg chg="mod">
          <ac:chgData name="Christian Villanueva" userId="9367907e4847b616" providerId="LiveId" clId="{358B7E07-D029-43F0-93AB-118D3A727236}" dt="2023-11-10T23:35:42.307" v="1806" actId="20577"/>
          <ac:spMkLst>
            <pc:docMk/>
            <pc:sldMk cId="2966078865" sldId="277"/>
            <ac:spMk id="2" creationId="{86705015-20EE-35FE-01D6-B865C6688E52}"/>
          </ac:spMkLst>
        </pc:spChg>
        <pc:spChg chg="mod">
          <ac:chgData name="Christian Villanueva" userId="9367907e4847b616" providerId="LiveId" clId="{358B7E07-D029-43F0-93AB-118D3A727236}" dt="2023-11-10T23:56:39.122" v="2062" actId="113"/>
          <ac:spMkLst>
            <pc:docMk/>
            <pc:sldMk cId="2966078865" sldId="277"/>
            <ac:spMk id="9" creationId="{30D555CC-90BC-BE52-9BE3-30C735F83DFB}"/>
          </ac:spMkLst>
        </pc:spChg>
      </pc:sldChg>
      <pc:sldChg chg="del">
        <pc:chgData name="Christian Villanueva" userId="9367907e4847b616" providerId="LiveId" clId="{358B7E07-D029-43F0-93AB-118D3A727236}" dt="2023-11-10T23:13:38.990" v="1600" actId="47"/>
        <pc:sldMkLst>
          <pc:docMk/>
          <pc:sldMk cId="3397633289" sldId="277"/>
        </pc:sldMkLst>
      </pc:sldChg>
      <pc:sldChg chg="addSp delSp modSp add mod">
        <pc:chgData name="Christian Villanueva" userId="9367907e4847b616" providerId="LiveId" clId="{358B7E07-D029-43F0-93AB-118D3A727236}" dt="2023-11-11T00:02:29.707" v="2316" actId="20577"/>
        <pc:sldMkLst>
          <pc:docMk/>
          <pc:sldMk cId="622744091" sldId="278"/>
        </pc:sldMkLst>
        <pc:spChg chg="mod">
          <ac:chgData name="Christian Villanueva" userId="9367907e4847b616" providerId="LiveId" clId="{358B7E07-D029-43F0-93AB-118D3A727236}" dt="2023-11-11T00:02:29.707" v="2316" actId="20577"/>
          <ac:spMkLst>
            <pc:docMk/>
            <pc:sldMk cId="622744091" sldId="278"/>
            <ac:spMk id="2" creationId="{86705015-20EE-35FE-01D6-B865C6688E52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3" creationId="{9AD0509B-4DAC-03BB-3D49-B57A3F30C184}"/>
          </ac:spMkLst>
        </pc:spChg>
        <pc:spChg chg="add del mod">
          <ac:chgData name="Christian Villanueva" userId="9367907e4847b616" providerId="LiveId" clId="{358B7E07-D029-43F0-93AB-118D3A727236}" dt="2023-11-11T00:02:01.177" v="2279" actId="478"/>
          <ac:spMkLst>
            <pc:docMk/>
            <pc:sldMk cId="622744091" sldId="278"/>
            <ac:spMk id="9" creationId="{30D555CC-90BC-BE52-9BE3-30C735F83DFB}"/>
          </ac:spMkLst>
        </pc:spChg>
        <pc:picChg chg="add del mod">
          <ac:chgData name="Christian Villanueva" userId="9367907e4847b616" providerId="LiveId" clId="{358B7E07-D029-43F0-93AB-118D3A727236}" dt="2023-11-11T00:02:23.784" v="2284" actId="1076"/>
          <ac:picMkLst>
            <pc:docMk/>
            <pc:sldMk cId="622744091" sldId="278"/>
            <ac:picMk id="1026" creationId="{CF4724C5-69D2-6886-4CE8-876AB179D7CA}"/>
          </ac:picMkLst>
        </pc:picChg>
      </pc:sldChg>
      <pc:sldChg chg="addSp delSp modSp add">
        <pc:chgData name="Christian Villanueva" userId="9367907e4847b616" providerId="LiveId" clId="{358B7E07-D029-43F0-93AB-118D3A727236}" dt="2023-11-11T03:19:26.790" v="2328" actId="1076"/>
        <pc:sldMkLst>
          <pc:docMk/>
          <pc:sldMk cId="4170348440" sldId="279"/>
        </pc:sldMkLst>
        <pc:picChg chg="del">
          <ac:chgData name="Christian Villanueva" userId="9367907e4847b616" providerId="LiveId" clId="{358B7E07-D029-43F0-93AB-118D3A727236}" dt="2023-11-11T00:04:20.387" v="2318" actId="478"/>
          <ac:picMkLst>
            <pc:docMk/>
            <pc:sldMk cId="4170348440" sldId="279"/>
            <ac:picMk id="1026" creationId="{CF4724C5-69D2-6886-4CE8-876AB179D7CA}"/>
          </ac:picMkLst>
        </pc:picChg>
        <pc:picChg chg="add mod">
          <ac:chgData name="Christian Villanueva" userId="9367907e4847b616" providerId="LiveId" clId="{358B7E07-D029-43F0-93AB-118D3A727236}" dt="2023-11-11T03:19:26.790" v="2328" actId="1076"/>
          <ac:picMkLst>
            <pc:docMk/>
            <pc:sldMk cId="4170348440" sldId="279"/>
            <ac:picMk id="2050" creationId="{C9C95139-C000-2D64-CFD1-C602AE1425C3}"/>
          </ac:picMkLst>
        </pc:picChg>
        <pc:picChg chg="add del">
          <ac:chgData name="Christian Villanueva" userId="9367907e4847b616" providerId="LiveId" clId="{358B7E07-D029-43F0-93AB-118D3A727236}" dt="2023-11-11T03:19:15.921" v="2326"/>
          <ac:picMkLst>
            <pc:docMk/>
            <pc:sldMk cId="4170348440" sldId="279"/>
            <ac:picMk id="2052" creationId="{3EB79D71-B7D9-DF1F-4FD3-BDF9FDDECB3B}"/>
          </ac:picMkLst>
        </pc:picChg>
      </pc:sldChg>
      <pc:sldChg chg="addSp delSp modSp add mod">
        <pc:chgData name="Christian Villanueva" userId="9367907e4847b616" providerId="LiveId" clId="{358B7E07-D029-43F0-93AB-118D3A727236}" dt="2023-11-11T03:21:26.599" v="2357" actId="20577"/>
        <pc:sldMkLst>
          <pc:docMk/>
          <pc:sldMk cId="3524410507" sldId="280"/>
        </pc:sldMkLst>
        <pc:spChg chg="mod">
          <ac:chgData name="Christian Villanueva" userId="9367907e4847b616" providerId="LiveId" clId="{358B7E07-D029-43F0-93AB-118D3A727236}" dt="2023-11-11T03:21:26.599" v="2357" actId="20577"/>
          <ac:spMkLst>
            <pc:docMk/>
            <pc:sldMk cId="3524410507" sldId="280"/>
            <ac:spMk id="2" creationId="{86705015-20EE-35FE-01D6-B865C6688E52}"/>
          </ac:spMkLst>
        </pc:spChg>
        <pc:picChg chg="del">
          <ac:chgData name="Christian Villanueva" userId="9367907e4847b616" providerId="LiveId" clId="{358B7E07-D029-43F0-93AB-118D3A727236}" dt="2023-11-11T03:19:29.214" v="2329" actId="478"/>
          <ac:picMkLst>
            <pc:docMk/>
            <pc:sldMk cId="3524410507" sldId="280"/>
            <ac:picMk id="2050" creationId="{C9C95139-C000-2D64-CFD1-C602AE1425C3}"/>
          </ac:picMkLst>
        </pc:picChg>
        <pc:picChg chg="add mod">
          <ac:chgData name="Christian Villanueva" userId="9367907e4847b616" providerId="LiveId" clId="{358B7E07-D029-43F0-93AB-118D3A727236}" dt="2023-11-11T03:21:08.813" v="2333" actId="1076"/>
          <ac:picMkLst>
            <pc:docMk/>
            <pc:sldMk cId="3524410507" sldId="280"/>
            <ac:picMk id="3074" creationId="{7F4481DF-6C68-6353-93D0-F46404B12C3C}"/>
          </ac:picMkLst>
        </pc:picChg>
      </pc:sldChg>
      <pc:sldChg chg="addSp delSp modSp add mod">
        <pc:chgData name="Christian Villanueva" userId="9367907e4847b616" providerId="LiveId" clId="{358B7E07-D029-43F0-93AB-118D3A727236}" dt="2023-11-11T03:47:56.505" v="2492" actId="12"/>
        <pc:sldMkLst>
          <pc:docMk/>
          <pc:sldMk cId="898953537" sldId="281"/>
        </pc:sldMkLst>
        <pc:spChg chg="mod">
          <ac:chgData name="Christian Villanueva" userId="9367907e4847b616" providerId="LiveId" clId="{358B7E07-D029-43F0-93AB-118D3A727236}" dt="2023-11-11T03:38:32.677" v="2384" actId="20577"/>
          <ac:spMkLst>
            <pc:docMk/>
            <pc:sldMk cId="898953537" sldId="281"/>
            <ac:spMk id="2" creationId="{86705015-20EE-35FE-01D6-B865C6688E52}"/>
          </ac:spMkLst>
        </pc:spChg>
        <pc:spChg chg="add mod">
          <ac:chgData name="Christian Villanueva" userId="9367907e4847b616" providerId="LiveId" clId="{358B7E07-D029-43F0-93AB-118D3A727236}" dt="2023-11-11T03:47:56.505" v="2492" actId="12"/>
          <ac:spMkLst>
            <pc:docMk/>
            <pc:sldMk cId="898953537" sldId="281"/>
            <ac:spMk id="3" creationId="{A4AA0203-9C1B-60FE-194D-F32FD2F8508D}"/>
          </ac:spMkLst>
        </pc:spChg>
        <pc:picChg chg="del">
          <ac:chgData name="Christian Villanueva" userId="9367907e4847b616" providerId="LiveId" clId="{358B7E07-D029-43F0-93AB-118D3A727236}" dt="2023-11-11T03:38:36.876" v="2385" actId="478"/>
          <ac:picMkLst>
            <pc:docMk/>
            <pc:sldMk cId="898953537" sldId="281"/>
            <ac:picMk id="3074" creationId="{7F4481DF-6C68-6353-93D0-F46404B12C3C}"/>
          </ac:picMkLst>
        </pc:picChg>
        <pc:picChg chg="add mod">
          <ac:chgData name="Christian Villanueva" userId="9367907e4847b616" providerId="LiveId" clId="{358B7E07-D029-43F0-93AB-118D3A727236}" dt="2023-11-11T03:46:34.945" v="2388" actId="1076"/>
          <ac:picMkLst>
            <pc:docMk/>
            <pc:sldMk cId="898953537" sldId="281"/>
            <ac:picMk id="4098" creationId="{38AB6002-4B26-341C-454E-9F792D6AB719}"/>
          </ac:picMkLst>
        </pc:picChg>
      </pc:sldChg>
    </pc:docChg>
  </pc:docChgLst>
  <pc:docChgLst>
    <pc:chgData name="Christian Villanueva" userId="9367907e4847b616" providerId="LiveId" clId="{B198EFEB-DB61-4B34-927C-A5E2E76F4B26}"/>
    <pc:docChg chg="undo custSel addSld delSld modSld">
      <pc:chgData name="Christian Villanueva" userId="9367907e4847b616" providerId="LiveId" clId="{B198EFEB-DB61-4B34-927C-A5E2E76F4B26}" dt="2023-11-09T00:56:13.554" v="2695" actId="20577"/>
      <pc:docMkLst>
        <pc:docMk/>
      </pc:docMkLst>
      <pc:sldChg chg="modSp mod">
        <pc:chgData name="Christian Villanueva" userId="9367907e4847b616" providerId="LiveId" clId="{B198EFEB-DB61-4B34-927C-A5E2E76F4B26}" dt="2023-11-08T23:32:08.313" v="8" actId="20577"/>
        <pc:sldMkLst>
          <pc:docMk/>
          <pc:sldMk cId="2517860399" sldId="256"/>
        </pc:sldMkLst>
        <pc:spChg chg="mod">
          <ac:chgData name="Christian Villanueva" userId="9367907e4847b616" providerId="LiveId" clId="{B198EFEB-DB61-4B34-927C-A5E2E76F4B26}" dt="2023-11-08T23:32:08.313" v="8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modSp mod">
        <pc:chgData name="Christian Villanueva" userId="9367907e4847b616" providerId="LiveId" clId="{B198EFEB-DB61-4B34-927C-A5E2E76F4B26}" dt="2023-11-08T23:34:05.698" v="165" actId="120"/>
        <pc:sldMkLst>
          <pc:docMk/>
          <pc:sldMk cId="1457034104" sldId="257"/>
        </pc:sldMkLst>
        <pc:spChg chg="mod">
          <ac:chgData name="Christian Villanueva" userId="9367907e4847b616" providerId="LiveId" clId="{B198EFEB-DB61-4B34-927C-A5E2E76F4B26}" dt="2023-11-08T23:32:21.011" v="20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8T23:34:05.698" v="165" actId="120"/>
          <ac:spMkLst>
            <pc:docMk/>
            <pc:sldMk cId="1457034104" sldId="257"/>
            <ac:spMk id="3" creationId="{01D8EAC6-B22C-71F3-4A0A-C98523B1A82F}"/>
          </ac:spMkLst>
        </pc:spChg>
      </pc:sldChg>
      <pc:sldChg chg="del">
        <pc:chgData name="Christian Villanueva" userId="9367907e4847b616" providerId="LiveId" clId="{B198EFEB-DB61-4B34-927C-A5E2E76F4B26}" dt="2023-11-08T23:39:44.942" v="382" actId="47"/>
        <pc:sldMkLst>
          <pc:docMk/>
          <pc:sldMk cId="3499865914" sldId="264"/>
        </pc:sldMkLst>
      </pc:sldChg>
      <pc:sldChg chg="del">
        <pc:chgData name="Christian Villanueva" userId="9367907e4847b616" providerId="LiveId" clId="{B198EFEB-DB61-4B34-927C-A5E2E76F4B26}" dt="2023-11-08T23:39:44.468" v="381" actId="47"/>
        <pc:sldMkLst>
          <pc:docMk/>
          <pc:sldMk cId="1778445632" sldId="265"/>
        </pc:sldMkLst>
      </pc:sldChg>
      <pc:sldChg chg="del">
        <pc:chgData name="Christian Villanueva" userId="9367907e4847b616" providerId="LiveId" clId="{B198EFEB-DB61-4B34-927C-A5E2E76F4B26}" dt="2023-11-08T23:39:45.075" v="383" actId="47"/>
        <pc:sldMkLst>
          <pc:docMk/>
          <pc:sldMk cId="796599075" sldId="266"/>
        </pc:sldMkLst>
      </pc:sldChg>
      <pc:sldChg chg="del">
        <pc:chgData name="Christian Villanueva" userId="9367907e4847b616" providerId="LiveId" clId="{B198EFEB-DB61-4B34-927C-A5E2E76F4B26}" dt="2023-11-09T00:04:04.796" v="1663" actId="47"/>
        <pc:sldMkLst>
          <pc:docMk/>
          <pc:sldMk cId="3386485336" sldId="267"/>
        </pc:sldMkLst>
      </pc:sldChg>
      <pc:sldChg chg="addSp delSp modSp mod">
        <pc:chgData name="Christian Villanueva" userId="9367907e4847b616" providerId="LiveId" clId="{B198EFEB-DB61-4B34-927C-A5E2E76F4B26}" dt="2023-11-08T23:53:29.683" v="1187" actId="20577"/>
        <pc:sldMkLst>
          <pc:docMk/>
          <pc:sldMk cId="2069622168" sldId="268"/>
        </pc:sldMkLst>
        <pc:spChg chg="mod">
          <ac:chgData name="Christian Villanueva" userId="9367907e4847b616" providerId="LiveId" clId="{B198EFEB-DB61-4B34-927C-A5E2E76F4B26}" dt="2023-11-08T23:52:38.892" v="1157" actId="20577"/>
          <ac:spMkLst>
            <pc:docMk/>
            <pc:sldMk cId="2069622168" sldId="268"/>
            <ac:spMk id="2" creationId="{86705015-20EE-35FE-01D6-B865C6688E52}"/>
          </ac:spMkLst>
        </pc:spChg>
        <pc:spChg chg="del">
          <ac:chgData name="Christian Villanueva" userId="9367907e4847b616" providerId="LiveId" clId="{B198EFEB-DB61-4B34-927C-A5E2E76F4B26}" dt="2023-11-08T23:41:26.523" v="605" actId="478"/>
          <ac:spMkLst>
            <pc:docMk/>
            <pc:sldMk cId="2069622168" sldId="268"/>
            <ac:spMk id="3" creationId="{08D62982-4107-D75F-CB7C-97EE84C54343}"/>
          </ac:spMkLst>
        </pc:spChg>
        <pc:spChg chg="del">
          <ac:chgData name="Christian Villanueva" userId="9367907e4847b616" providerId="LiveId" clId="{B198EFEB-DB61-4B34-927C-A5E2E76F4B26}" dt="2023-11-08T23:41:25.421" v="604" actId="478"/>
          <ac:spMkLst>
            <pc:docMk/>
            <pc:sldMk cId="2069622168" sldId="268"/>
            <ac:spMk id="4" creationId="{468CFB57-4CC2-9CC8-7094-D8B207E85E78}"/>
          </ac:spMkLst>
        </pc:spChg>
        <pc:spChg chg="del">
          <ac:chgData name="Christian Villanueva" userId="9367907e4847b616" providerId="LiveId" clId="{B198EFEB-DB61-4B34-927C-A5E2E76F4B26}" dt="2023-11-08T23:41:23.356" v="603" actId="478"/>
          <ac:spMkLst>
            <pc:docMk/>
            <pc:sldMk cId="2069622168" sldId="268"/>
            <ac:spMk id="5" creationId="{EA856916-9E78-C94C-CB26-9A6C91B05C22}"/>
          </ac:spMkLst>
        </pc:spChg>
        <pc:spChg chg="del">
          <ac:chgData name="Christian Villanueva" userId="9367907e4847b616" providerId="LiveId" clId="{B198EFEB-DB61-4B34-927C-A5E2E76F4B26}" dt="2023-11-08T23:41:22.121" v="602" actId="478"/>
          <ac:spMkLst>
            <pc:docMk/>
            <pc:sldMk cId="2069622168" sldId="268"/>
            <ac:spMk id="6" creationId="{16C8225B-4FC7-C143-2D54-B375A6D9F8AB}"/>
          </ac:spMkLst>
        </pc:spChg>
        <pc:spChg chg="add mod">
          <ac:chgData name="Christian Villanueva" userId="9367907e4847b616" providerId="LiveId" clId="{B198EFEB-DB61-4B34-927C-A5E2E76F4B26}" dt="2023-11-08T23:53:29.683" v="1187" actId="20577"/>
          <ac:spMkLst>
            <pc:docMk/>
            <pc:sldMk cId="2069622168" sldId="268"/>
            <ac:spMk id="9" creationId="{30D555CC-90BC-BE52-9BE3-30C735F83DFB}"/>
          </ac:spMkLst>
        </pc:spChg>
        <pc:spChg chg="add mod">
          <ac:chgData name="Christian Villanueva" userId="9367907e4847b616" providerId="LiveId" clId="{B198EFEB-DB61-4B34-927C-A5E2E76F4B26}" dt="2023-11-08T23:51:58.329" v="1098" actId="20577"/>
          <ac:spMkLst>
            <pc:docMk/>
            <pc:sldMk cId="2069622168" sldId="268"/>
            <ac:spMk id="11" creationId="{C7E775B9-1E0B-C36E-039D-E221AF18DBF4}"/>
          </ac:spMkLst>
        </pc:spChg>
        <pc:picChg chg="del">
          <ac:chgData name="Christian Villanueva" userId="9367907e4847b616" providerId="LiveId" clId="{B198EFEB-DB61-4B34-927C-A5E2E76F4B26}" dt="2023-11-08T23:41:20.491" v="600" actId="478"/>
          <ac:picMkLst>
            <pc:docMk/>
            <pc:sldMk cId="2069622168" sldId="268"/>
            <ac:picMk id="1026" creationId="{3A5F7F1E-0910-0776-7011-6CA3D5DEFC0B}"/>
          </ac:picMkLst>
        </pc:picChg>
        <pc:picChg chg="del">
          <ac:chgData name="Christian Villanueva" userId="9367907e4847b616" providerId="LiveId" clId="{B198EFEB-DB61-4B34-927C-A5E2E76F4B26}" dt="2023-11-08T23:41:21.091" v="601" actId="478"/>
          <ac:picMkLst>
            <pc:docMk/>
            <pc:sldMk cId="2069622168" sldId="268"/>
            <ac:picMk id="1028" creationId="{C235552A-395E-CEE3-FA10-39C089092389}"/>
          </ac:picMkLst>
        </pc:picChg>
      </pc:sldChg>
      <pc:sldChg chg="del">
        <pc:chgData name="Christian Villanueva" userId="9367907e4847b616" providerId="LiveId" clId="{B198EFEB-DB61-4B34-927C-A5E2E76F4B26}" dt="2023-11-09T00:04:02.981" v="1662" actId="47"/>
        <pc:sldMkLst>
          <pc:docMk/>
          <pc:sldMk cId="3029012709" sldId="269"/>
        </pc:sldMkLst>
      </pc:sldChg>
      <pc:sldChg chg="del">
        <pc:chgData name="Christian Villanueva" userId="9367907e4847b616" providerId="LiveId" clId="{B198EFEB-DB61-4B34-927C-A5E2E76F4B26}" dt="2023-11-09T00:04:06.247" v="1664" actId="47"/>
        <pc:sldMkLst>
          <pc:docMk/>
          <pc:sldMk cId="449043533" sldId="270"/>
        </pc:sldMkLst>
      </pc:sldChg>
      <pc:sldChg chg="add del">
        <pc:chgData name="Christian Villanueva" userId="9367907e4847b616" providerId="LiveId" clId="{B198EFEB-DB61-4B34-927C-A5E2E76F4B26}" dt="2023-11-09T00:04:11.837" v="1667" actId="47"/>
        <pc:sldMkLst>
          <pc:docMk/>
          <pc:sldMk cId="3961512347" sldId="271"/>
        </pc:sldMkLst>
      </pc:sldChg>
      <pc:sldChg chg="del">
        <pc:chgData name="Christian Villanueva" userId="9367907e4847b616" providerId="LiveId" clId="{B198EFEB-DB61-4B34-927C-A5E2E76F4B26}" dt="2023-11-09T00:04:13.874" v="1668" actId="47"/>
        <pc:sldMkLst>
          <pc:docMk/>
          <pc:sldMk cId="1178044164" sldId="272"/>
        </pc:sldMkLst>
      </pc:sldChg>
      <pc:sldChg chg="modSp add mod">
        <pc:chgData name="Christian Villanueva" userId="9367907e4847b616" providerId="LiveId" clId="{B198EFEB-DB61-4B34-927C-A5E2E76F4B26}" dt="2023-11-09T00:51:13.296" v="2311" actId="120"/>
        <pc:sldMkLst>
          <pc:docMk/>
          <pc:sldMk cId="3805736252" sldId="273"/>
        </pc:sldMkLst>
        <pc:spChg chg="mod">
          <ac:chgData name="Christian Villanueva" userId="9367907e4847b616" providerId="LiveId" clId="{B198EFEB-DB61-4B34-927C-A5E2E76F4B26}" dt="2023-11-08T23:35:51.134" v="208" actId="20577"/>
          <ac:spMkLst>
            <pc:docMk/>
            <pc:sldMk cId="3805736252" sldId="273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1:13.296" v="2311" actId="120"/>
          <ac:spMkLst>
            <pc:docMk/>
            <pc:sldMk cId="3805736252" sldId="273"/>
            <ac:spMk id="3" creationId="{01D8EAC6-B22C-71F3-4A0A-C98523B1A82F}"/>
          </ac:spMkLst>
        </pc:spChg>
      </pc:sldChg>
      <pc:sldChg chg="modSp add mod">
        <pc:chgData name="Christian Villanueva" userId="9367907e4847b616" providerId="LiveId" clId="{B198EFEB-DB61-4B34-927C-A5E2E76F4B26}" dt="2023-11-09T00:56:13.554" v="2695" actId="20577"/>
        <pc:sldMkLst>
          <pc:docMk/>
          <pc:sldMk cId="1730968163" sldId="274"/>
        </pc:sldMkLst>
        <pc:spChg chg="mod">
          <ac:chgData name="Christian Villanueva" userId="9367907e4847b616" providerId="LiveId" clId="{B198EFEB-DB61-4B34-927C-A5E2E76F4B26}" dt="2023-11-08T23:39:54.898" v="414" actId="20577"/>
          <ac:spMkLst>
            <pc:docMk/>
            <pc:sldMk cId="1730968163" sldId="274"/>
            <ac:spMk id="2" creationId="{86705015-20EE-35FE-01D6-B865C6688E52}"/>
          </ac:spMkLst>
        </pc:spChg>
        <pc:spChg chg="mod">
          <ac:chgData name="Christian Villanueva" userId="9367907e4847b616" providerId="LiveId" clId="{B198EFEB-DB61-4B34-927C-A5E2E76F4B26}" dt="2023-11-09T00:56:13.554" v="2695" actId="20577"/>
          <ac:spMkLst>
            <pc:docMk/>
            <pc:sldMk cId="1730968163" sldId="274"/>
            <ac:spMk id="3" creationId="{01D8EAC6-B22C-71F3-4A0A-C98523B1A82F}"/>
          </ac:spMkLst>
        </pc:spChg>
      </pc:sldChg>
      <pc:sldChg chg="addSp delSp modSp add mod">
        <pc:chgData name="Christian Villanueva" userId="9367907e4847b616" providerId="LiveId" clId="{B198EFEB-DB61-4B34-927C-A5E2E76F4B26}" dt="2023-11-08T23:58:03.578" v="1521" actId="14100"/>
        <pc:sldMkLst>
          <pc:docMk/>
          <pc:sldMk cId="725816632" sldId="275"/>
        </pc:sldMkLst>
        <pc:spChg chg="mod">
          <ac:chgData name="Christian Villanueva" userId="9367907e4847b616" providerId="LiveId" clId="{B198EFEB-DB61-4B34-927C-A5E2E76F4B26}" dt="2023-11-08T23:54:53.366" v="1219" actId="20577"/>
          <ac:spMkLst>
            <pc:docMk/>
            <pc:sldMk cId="725816632" sldId="275"/>
            <ac:spMk id="2" creationId="{86705015-20EE-35FE-01D6-B865C6688E52}"/>
          </ac:spMkLst>
        </pc:spChg>
        <pc:spChg chg="add mod">
          <ac:chgData name="Christian Villanueva" userId="9367907e4847b616" providerId="LiveId" clId="{B198EFEB-DB61-4B34-927C-A5E2E76F4B26}" dt="2023-11-08T23:56:04.691" v="1399" actId="113"/>
          <ac:spMkLst>
            <pc:docMk/>
            <pc:sldMk cId="725816632" sldId="275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8T23:55:19.496" v="1375" actId="20577"/>
          <ac:spMkLst>
            <pc:docMk/>
            <pc:sldMk cId="725816632" sldId="275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4:58.256" v="1222" actId="478"/>
          <ac:spMkLst>
            <pc:docMk/>
            <pc:sldMk cId="725816632" sldId="275"/>
            <ac:spMk id="11" creationId="{C7E775B9-1E0B-C36E-039D-E221AF18DBF4}"/>
          </ac:spMkLst>
        </pc:spChg>
        <pc:spChg chg="add mod">
          <ac:chgData name="Christian Villanueva" userId="9367907e4847b616" providerId="LiveId" clId="{B198EFEB-DB61-4B34-927C-A5E2E76F4B26}" dt="2023-11-08T23:56:38.034" v="1449" actId="20577"/>
          <ac:spMkLst>
            <pc:docMk/>
            <pc:sldMk cId="725816632" sldId="275"/>
            <ac:spMk id="18" creationId="{059AE5CF-669A-4873-4897-A93E44470386}"/>
          </ac:spMkLst>
        </pc:spChg>
        <pc:spChg chg="add mod">
          <ac:chgData name="Christian Villanueva" userId="9367907e4847b616" providerId="LiveId" clId="{B198EFEB-DB61-4B34-927C-A5E2E76F4B26}" dt="2023-11-08T23:57:02.663" v="1475" actId="14100"/>
          <ac:spMkLst>
            <pc:docMk/>
            <pc:sldMk cId="725816632" sldId="275"/>
            <ac:spMk id="22" creationId="{495EB525-EEEE-29E1-AD3D-DCB36C01C272}"/>
          </ac:spMkLst>
        </pc:spChg>
        <pc:spChg chg="add mod">
          <ac:chgData name="Christian Villanueva" userId="9367907e4847b616" providerId="LiveId" clId="{B198EFEB-DB61-4B34-927C-A5E2E76F4B26}" dt="2023-11-08T23:57:27.394" v="1489" actId="20577"/>
          <ac:spMkLst>
            <pc:docMk/>
            <pc:sldMk cId="725816632" sldId="275"/>
            <ac:spMk id="26" creationId="{C09BEAFE-596D-A9F2-102B-64A54314209E}"/>
          </ac:spMkLst>
        </pc:spChg>
        <pc:spChg chg="add mod">
          <ac:chgData name="Christian Villanueva" userId="9367907e4847b616" providerId="LiveId" clId="{B198EFEB-DB61-4B34-927C-A5E2E76F4B26}" dt="2023-11-08T23:58:03.578" v="1521" actId="14100"/>
          <ac:spMkLst>
            <pc:docMk/>
            <pc:sldMk cId="725816632" sldId="275"/>
            <ac:spMk id="32" creationId="{427068FB-19B2-4053-6F6A-039E913B117D}"/>
          </ac:spMkLst>
        </pc:spChg>
        <pc:picChg chg="add mod modCrop">
          <ac:chgData name="Christian Villanueva" userId="9367907e4847b616" providerId="LiveId" clId="{B198EFEB-DB61-4B34-927C-A5E2E76F4B26}" dt="2023-11-08T23:55:39.159" v="1382" actId="1076"/>
          <ac:picMkLst>
            <pc:docMk/>
            <pc:sldMk cId="725816632" sldId="275"/>
            <ac:picMk id="4" creationId="{CF1F910E-1472-1EA9-E49C-066371E83543}"/>
          </ac:picMkLst>
        </pc:picChg>
        <pc:cxnChg chg="add mod">
          <ac:chgData name="Christian Villanueva" userId="9367907e4847b616" providerId="LiveId" clId="{B198EFEB-DB61-4B34-927C-A5E2E76F4B26}" dt="2023-11-08T23:55:52.706" v="1384" actId="13822"/>
          <ac:cxnSpMkLst>
            <pc:docMk/>
            <pc:sldMk cId="725816632" sldId="275"/>
            <ac:cxnSpMk id="6" creationId="{C08F77BF-4AEB-809E-D7C7-C9C60A1C4E32}"/>
          </ac:cxnSpMkLst>
        </pc:cxnChg>
        <pc:cxnChg chg="add mod">
          <ac:chgData name="Christian Villanueva" userId="9367907e4847b616" providerId="LiveId" clId="{B198EFEB-DB61-4B34-927C-A5E2E76F4B26}" dt="2023-11-08T23:56:17.761" v="1404" actId="14100"/>
          <ac:cxnSpMkLst>
            <pc:docMk/>
            <pc:sldMk cId="725816632" sldId="275"/>
            <ac:cxnSpMk id="13" creationId="{14C0BCB0-6E01-DE32-3711-8EBB670C6235}"/>
          </ac:cxnSpMkLst>
        </pc:cxnChg>
        <pc:cxnChg chg="add mod">
          <ac:chgData name="Christian Villanueva" userId="9367907e4847b616" providerId="LiveId" clId="{B198EFEB-DB61-4B34-927C-A5E2E76F4B26}" dt="2023-11-08T23:56:47.305" v="1453" actId="14100"/>
          <ac:cxnSpMkLst>
            <pc:docMk/>
            <pc:sldMk cId="725816632" sldId="275"/>
            <ac:cxnSpMk id="19" creationId="{476B0E5D-C326-7946-BF65-2E14D4C1BFE8}"/>
          </ac:cxnSpMkLst>
        </pc:cxnChg>
        <pc:cxnChg chg="add mod">
          <ac:chgData name="Christian Villanueva" userId="9367907e4847b616" providerId="LiveId" clId="{B198EFEB-DB61-4B34-927C-A5E2E76F4B26}" dt="2023-11-08T23:57:19.791" v="1480" actId="14100"/>
          <ac:cxnSpMkLst>
            <pc:docMk/>
            <pc:sldMk cId="725816632" sldId="275"/>
            <ac:cxnSpMk id="23" creationId="{3627D96E-5789-A359-E272-6FE92C348D8B}"/>
          </ac:cxnSpMkLst>
        </pc:cxnChg>
        <pc:cxnChg chg="add mod">
          <ac:chgData name="Christian Villanueva" userId="9367907e4847b616" providerId="LiveId" clId="{B198EFEB-DB61-4B34-927C-A5E2E76F4B26}" dt="2023-11-08T23:57:42.827" v="1492" actId="14100"/>
          <ac:cxnSpMkLst>
            <pc:docMk/>
            <pc:sldMk cId="725816632" sldId="275"/>
            <ac:cxnSpMk id="27" creationId="{3DA1B4B6-3B25-3CC0-78E0-AC1FB1653E26}"/>
          </ac:cxnSpMkLst>
        </pc:cxnChg>
        <pc:cxnChg chg="add mod">
          <ac:chgData name="Christian Villanueva" userId="9367907e4847b616" providerId="LiveId" clId="{B198EFEB-DB61-4B34-927C-A5E2E76F4B26}" dt="2023-11-08T23:57:52.296" v="1496" actId="14100"/>
          <ac:cxnSpMkLst>
            <pc:docMk/>
            <pc:sldMk cId="725816632" sldId="275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3:28.699" v="1661" actId="20577"/>
        <pc:sldMkLst>
          <pc:docMk/>
          <pc:sldMk cId="900127888" sldId="276"/>
        </pc:sldMkLst>
        <pc:spChg chg="del">
          <ac:chgData name="Christian Villanueva" userId="9367907e4847b616" providerId="LiveId" clId="{B198EFEB-DB61-4B34-927C-A5E2E76F4B26}" dt="2023-11-08T23:58:34.353" v="1525" actId="478"/>
          <ac:spMkLst>
            <pc:docMk/>
            <pc:sldMk cId="900127888" sldId="276"/>
            <ac:spMk id="7" creationId="{C5B44E6F-039B-80D6-0CA1-A567F505C97F}"/>
          </ac:spMkLst>
        </pc:spChg>
        <pc:spChg chg="mod">
          <ac:chgData name="Christian Villanueva" userId="9367907e4847b616" providerId="LiveId" clId="{B198EFEB-DB61-4B34-927C-A5E2E76F4B26}" dt="2023-11-09T00:03:28.699" v="1661" actId="20577"/>
          <ac:spMkLst>
            <pc:docMk/>
            <pc:sldMk cId="900127888" sldId="276"/>
            <ac:spMk id="9" creationId="{30D555CC-90BC-BE52-9BE3-30C735F83DFB}"/>
          </ac:spMkLst>
        </pc:spChg>
        <pc:spChg chg="del">
          <ac:chgData name="Christian Villanueva" userId="9367907e4847b616" providerId="LiveId" clId="{B198EFEB-DB61-4B34-927C-A5E2E76F4B26}" dt="2023-11-08T23:58:42.003" v="1532" actId="478"/>
          <ac:spMkLst>
            <pc:docMk/>
            <pc:sldMk cId="900127888" sldId="276"/>
            <ac:spMk id="18" creationId="{059AE5CF-669A-4873-4897-A93E44470386}"/>
          </ac:spMkLst>
        </pc:spChg>
        <pc:spChg chg="del">
          <ac:chgData name="Christian Villanueva" userId="9367907e4847b616" providerId="LiveId" clId="{B198EFEB-DB61-4B34-927C-A5E2E76F4B26}" dt="2023-11-08T23:58:35.629" v="1526" actId="478"/>
          <ac:spMkLst>
            <pc:docMk/>
            <pc:sldMk cId="900127888" sldId="276"/>
            <ac:spMk id="22" creationId="{495EB525-EEEE-29E1-AD3D-DCB36C01C272}"/>
          </ac:spMkLst>
        </pc:spChg>
        <pc:spChg chg="del mod">
          <ac:chgData name="Christian Villanueva" userId="9367907e4847b616" providerId="LiveId" clId="{B198EFEB-DB61-4B34-927C-A5E2E76F4B26}" dt="2023-11-08T23:58:44.335" v="1535" actId="478"/>
          <ac:spMkLst>
            <pc:docMk/>
            <pc:sldMk cId="900127888" sldId="276"/>
            <ac:spMk id="26" creationId="{C09BEAFE-596D-A9F2-102B-64A54314209E}"/>
          </ac:spMkLst>
        </pc:spChg>
        <pc:spChg chg="del">
          <ac:chgData name="Christian Villanueva" userId="9367907e4847b616" providerId="LiveId" clId="{B198EFEB-DB61-4B34-927C-A5E2E76F4B26}" dt="2023-11-08T23:58:36.773" v="1527" actId="478"/>
          <ac:spMkLst>
            <pc:docMk/>
            <pc:sldMk cId="900127888" sldId="276"/>
            <ac:spMk id="32" creationId="{427068FB-19B2-4053-6F6A-039E913B117D}"/>
          </ac:spMkLst>
        </pc:spChg>
        <pc:picChg chg="del">
          <ac:chgData name="Christian Villanueva" userId="9367907e4847b616" providerId="LiveId" clId="{B198EFEB-DB61-4B34-927C-A5E2E76F4B26}" dt="2023-11-08T23:58:32.071" v="1523" actId="478"/>
          <ac:picMkLst>
            <pc:docMk/>
            <pc:sldMk cId="900127888" sldId="276"/>
            <ac:picMk id="4" creationId="{CF1F910E-1472-1EA9-E49C-066371E83543}"/>
          </ac:picMkLst>
        </pc:picChg>
        <pc:cxnChg chg="del">
          <ac:chgData name="Christian Villanueva" userId="9367907e4847b616" providerId="LiveId" clId="{B198EFEB-DB61-4B34-927C-A5E2E76F4B26}" dt="2023-11-08T23:58:33.231" v="1524" actId="478"/>
          <ac:cxnSpMkLst>
            <pc:docMk/>
            <pc:sldMk cId="900127888" sldId="276"/>
            <ac:cxnSpMk id="6" creationId="{C08F77BF-4AEB-809E-D7C7-C9C60A1C4E32}"/>
          </ac:cxnSpMkLst>
        </pc:cxnChg>
        <pc:cxnChg chg="del">
          <ac:chgData name="Christian Villanueva" userId="9367907e4847b616" providerId="LiveId" clId="{B198EFEB-DB61-4B34-927C-A5E2E76F4B26}" dt="2023-11-08T23:58:40.229" v="1531" actId="478"/>
          <ac:cxnSpMkLst>
            <pc:docMk/>
            <pc:sldMk cId="900127888" sldId="276"/>
            <ac:cxnSpMk id="13" creationId="{14C0BCB0-6E01-DE32-3711-8EBB670C6235}"/>
          </ac:cxnSpMkLst>
        </pc:cxnChg>
        <pc:cxnChg chg="del">
          <ac:chgData name="Christian Villanueva" userId="9367907e4847b616" providerId="LiveId" clId="{B198EFEB-DB61-4B34-927C-A5E2E76F4B26}" dt="2023-11-08T23:58:39.428" v="1530" actId="478"/>
          <ac:cxnSpMkLst>
            <pc:docMk/>
            <pc:sldMk cId="900127888" sldId="276"/>
            <ac:cxnSpMk id="19" creationId="{476B0E5D-C326-7946-BF65-2E14D4C1BFE8}"/>
          </ac:cxnSpMkLst>
        </pc:cxnChg>
        <pc:cxnChg chg="del">
          <ac:chgData name="Christian Villanueva" userId="9367907e4847b616" providerId="LiveId" clId="{B198EFEB-DB61-4B34-927C-A5E2E76F4B26}" dt="2023-11-08T23:58:42.535" v="1533" actId="478"/>
          <ac:cxnSpMkLst>
            <pc:docMk/>
            <pc:sldMk cId="900127888" sldId="276"/>
            <ac:cxnSpMk id="23" creationId="{3627D96E-5789-A359-E272-6FE92C348D8B}"/>
          </ac:cxnSpMkLst>
        </pc:cxnChg>
        <pc:cxnChg chg="del">
          <ac:chgData name="Christian Villanueva" userId="9367907e4847b616" providerId="LiveId" clId="{B198EFEB-DB61-4B34-927C-A5E2E76F4B26}" dt="2023-11-08T23:58:37.858" v="1528" actId="478"/>
          <ac:cxnSpMkLst>
            <pc:docMk/>
            <pc:sldMk cId="900127888" sldId="276"/>
            <ac:cxnSpMk id="27" creationId="{3DA1B4B6-3B25-3CC0-78E0-AC1FB1653E26}"/>
          </ac:cxnSpMkLst>
        </pc:cxnChg>
        <pc:cxnChg chg="del">
          <ac:chgData name="Christian Villanueva" userId="9367907e4847b616" providerId="LiveId" clId="{B198EFEB-DB61-4B34-927C-A5E2E76F4B26}" dt="2023-11-08T23:58:38.380" v="1529" actId="478"/>
          <ac:cxnSpMkLst>
            <pc:docMk/>
            <pc:sldMk cId="900127888" sldId="276"/>
            <ac:cxnSpMk id="29" creationId="{45FF973A-1966-3BAB-4625-DA79C1C9AE41}"/>
          </ac:cxnSpMkLst>
        </pc:cxnChg>
      </pc:sldChg>
      <pc:sldChg chg="delSp modSp add mod">
        <pc:chgData name="Christian Villanueva" userId="9367907e4847b616" providerId="LiveId" clId="{B198EFEB-DB61-4B34-927C-A5E2E76F4B26}" dt="2023-11-09T00:07:25.054" v="2228" actId="20577"/>
        <pc:sldMkLst>
          <pc:docMk/>
          <pc:sldMk cId="3397633289" sldId="277"/>
        </pc:sldMkLst>
        <pc:spChg chg="mod">
          <ac:chgData name="Christian Villanueva" userId="9367907e4847b616" providerId="LiveId" clId="{B198EFEB-DB61-4B34-927C-A5E2E76F4B26}" dt="2023-11-09T00:07:25.054" v="2228" actId="20577"/>
          <ac:spMkLst>
            <pc:docMk/>
            <pc:sldMk cId="3397633289" sldId="277"/>
            <ac:spMk id="9" creationId="{30D555CC-90BC-BE52-9BE3-30C735F83DFB}"/>
          </ac:spMkLst>
        </pc:spChg>
        <pc:spChg chg="del mod">
          <ac:chgData name="Christian Villanueva" userId="9367907e4847b616" providerId="LiveId" clId="{B198EFEB-DB61-4B34-927C-A5E2E76F4B26}" dt="2023-11-09T00:05:05.076" v="1673" actId="478"/>
          <ac:spMkLst>
            <pc:docMk/>
            <pc:sldMk cId="3397633289" sldId="277"/>
            <ac:spMk id="11" creationId="{C7E775B9-1E0B-C36E-039D-E221AF18DBF4}"/>
          </ac:spMkLst>
        </pc:spChg>
      </pc:sldChg>
    </pc:docChg>
  </pc:docChgLst>
  <pc:docChgLst>
    <pc:chgData name="Christian Villanueva" userId="9367907e4847b616" providerId="LiveId" clId="{C67624D5-49B0-4A9B-B1C4-780D8E4E7704}"/>
    <pc:docChg chg="undo custSel addSld delSld modSld">
      <pc:chgData name="Christian Villanueva" userId="9367907e4847b616" providerId="LiveId" clId="{C67624D5-49B0-4A9B-B1C4-780D8E4E7704}" dt="2023-09-09T19:54:53.786" v="1646" actId="47"/>
      <pc:docMkLst>
        <pc:docMk/>
      </pc:docMkLst>
      <pc:sldChg chg="modSp mod">
        <pc:chgData name="Christian Villanueva" userId="9367907e4847b616" providerId="LiveId" clId="{C67624D5-49B0-4A9B-B1C4-780D8E4E7704}" dt="2023-09-09T19:04:43.205" v="11" actId="20577"/>
        <pc:sldMkLst>
          <pc:docMk/>
          <pc:sldMk cId="2517860399" sldId="256"/>
        </pc:sldMkLst>
        <pc:spChg chg="mod">
          <ac:chgData name="Christian Villanueva" userId="9367907e4847b616" providerId="LiveId" clId="{C67624D5-49B0-4A9B-B1C4-780D8E4E7704}" dt="2023-09-09T19:04:43.205" v="11" actId="20577"/>
          <ac:spMkLst>
            <pc:docMk/>
            <pc:sldMk cId="2517860399" sldId="256"/>
            <ac:spMk id="2" creationId="{B59015D2-38B4-5E4E-16DE-825524BCB391}"/>
          </ac:spMkLst>
        </pc:spChg>
      </pc:sldChg>
      <pc:sldChg chg="delSp modSp mod">
        <pc:chgData name="Christian Villanueva" userId="9367907e4847b616" providerId="LiveId" clId="{C67624D5-49B0-4A9B-B1C4-780D8E4E7704}" dt="2023-09-09T19:50:25.237" v="1558" actId="478"/>
        <pc:sldMkLst>
          <pc:docMk/>
          <pc:sldMk cId="1457034104" sldId="257"/>
        </pc:sldMkLst>
        <pc:spChg chg="mod">
          <ac:chgData name="Christian Villanueva" userId="9367907e4847b616" providerId="LiveId" clId="{C67624D5-49B0-4A9B-B1C4-780D8E4E7704}" dt="2023-09-09T19:04:57.658" v="38" actId="20577"/>
          <ac:spMkLst>
            <pc:docMk/>
            <pc:sldMk cId="1457034104" sldId="257"/>
            <ac:spMk id="2" creationId="{86705015-20EE-35FE-01D6-B865C6688E52}"/>
          </ac:spMkLst>
        </pc:spChg>
        <pc:spChg chg="mod">
          <ac:chgData name="Christian Villanueva" userId="9367907e4847b616" providerId="LiveId" clId="{C67624D5-49B0-4A9B-B1C4-780D8E4E7704}" dt="2023-09-09T19:32:33.261" v="1533" actId="20577"/>
          <ac:spMkLst>
            <pc:docMk/>
            <pc:sldMk cId="1457034104" sldId="257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5.237" v="1558" actId="478"/>
          <ac:spMkLst>
            <pc:docMk/>
            <pc:sldMk cId="1457034104" sldId="257"/>
            <ac:spMk id="5" creationId="{7A5F5ED0-677C-F76E-48E3-459D85569203}"/>
          </ac:spMkLst>
        </pc:spChg>
        <pc:spChg chg="del">
          <ac:chgData name="Christian Villanueva" userId="9367907e4847b616" providerId="LiveId" clId="{C67624D5-49B0-4A9B-B1C4-780D8E4E7704}" dt="2023-09-09T19:05:02.056" v="40" actId="478"/>
          <ac:spMkLst>
            <pc:docMk/>
            <pc:sldMk cId="1457034104" sldId="257"/>
            <ac:spMk id="9" creationId="{67CE1DC6-26F4-AB53-5275-7C1A257D7217}"/>
          </ac:spMkLst>
        </pc:spChg>
        <pc:spChg chg="del">
          <ac:chgData name="Christian Villanueva" userId="9367907e4847b616" providerId="LiveId" clId="{C67624D5-49B0-4A9B-B1C4-780D8E4E7704}" dt="2023-09-09T19:05:02.961" v="41" actId="478"/>
          <ac:spMkLst>
            <pc:docMk/>
            <pc:sldMk cId="1457034104" sldId="257"/>
            <ac:spMk id="15" creationId="{97B91EAD-6C05-A8E9-F9B2-05B596CFEAC1}"/>
          </ac:spMkLst>
        </pc:spChg>
        <pc:spChg chg="del mod">
          <ac:chgData name="Christian Villanueva" userId="9367907e4847b616" providerId="LiveId" clId="{C67624D5-49B0-4A9B-B1C4-780D8E4E7704}" dt="2023-09-09T19:05:05.259" v="44" actId="478"/>
          <ac:spMkLst>
            <pc:docMk/>
            <pc:sldMk cId="1457034104" sldId="257"/>
            <ac:spMk id="18" creationId="{A5EA126A-DFEF-3DC5-B982-05F226EE7C3F}"/>
          </ac:spMkLst>
        </pc:spChg>
        <pc:spChg chg="del">
          <ac:chgData name="Christian Villanueva" userId="9367907e4847b616" providerId="LiveId" clId="{C67624D5-49B0-4A9B-B1C4-780D8E4E7704}" dt="2023-09-09T19:05:09.103" v="47" actId="478"/>
          <ac:spMkLst>
            <pc:docMk/>
            <pc:sldMk cId="1457034104" sldId="257"/>
            <ac:spMk id="20" creationId="{17D5B3F5-91DD-F7E3-7A0F-A92D5A547E11}"/>
          </ac:spMkLst>
        </pc:spChg>
        <pc:picChg chg="del">
          <ac:chgData name="Christian Villanueva" userId="9367907e4847b616" providerId="LiveId" clId="{C67624D5-49B0-4A9B-B1C4-780D8E4E7704}" dt="2023-09-09T19:05:00.953" v="39" actId="478"/>
          <ac:picMkLst>
            <pc:docMk/>
            <pc:sldMk cId="1457034104" sldId="257"/>
            <ac:picMk id="7" creationId="{5062B967-BBBB-959B-A801-1177A876B265}"/>
          </ac:picMkLst>
        </pc:picChg>
        <pc:picChg chg="del">
          <ac:chgData name="Christian Villanueva" userId="9367907e4847b616" providerId="LiveId" clId="{C67624D5-49B0-4A9B-B1C4-780D8E4E7704}" dt="2023-09-09T19:05:03.440" v="42" actId="478"/>
          <ac:picMkLst>
            <pc:docMk/>
            <pc:sldMk cId="1457034104" sldId="257"/>
            <ac:picMk id="13" creationId="{C9AD27D6-55CC-1EC8-A8A0-FCE34B955FFB}"/>
          </ac:picMkLst>
        </pc:picChg>
        <pc:picChg chg="del">
          <ac:chgData name="Christian Villanueva" userId="9367907e4847b616" providerId="LiveId" clId="{C67624D5-49B0-4A9B-B1C4-780D8E4E7704}" dt="2023-09-09T19:05:05.910" v="45" actId="478"/>
          <ac:picMkLst>
            <pc:docMk/>
            <pc:sldMk cId="1457034104" sldId="257"/>
            <ac:picMk id="17" creationId="{6F2A0970-446B-87DB-C7EA-5B5FB642DC55}"/>
          </ac:picMkLst>
        </pc:picChg>
        <pc:picChg chg="del">
          <ac:chgData name="Christian Villanueva" userId="9367907e4847b616" providerId="LiveId" clId="{C67624D5-49B0-4A9B-B1C4-780D8E4E7704}" dt="2023-09-09T19:05:06.437" v="46" actId="478"/>
          <ac:picMkLst>
            <pc:docMk/>
            <pc:sldMk cId="1457034104" sldId="257"/>
            <ac:picMk id="19" creationId="{126BF74E-3AD2-FD57-8AAC-68A8DBA1D9AC}"/>
          </ac:picMkLst>
        </pc:picChg>
      </pc:sldChg>
      <pc:sldChg chg="del">
        <pc:chgData name="Christian Villanueva" userId="9367907e4847b616" providerId="LiveId" clId="{C67624D5-49B0-4A9B-B1C4-780D8E4E7704}" dt="2023-09-09T19:54:52.051" v="1644" actId="47"/>
        <pc:sldMkLst>
          <pc:docMk/>
          <pc:sldMk cId="3585331426" sldId="258"/>
        </pc:sldMkLst>
      </pc:sldChg>
      <pc:sldChg chg="del">
        <pc:chgData name="Christian Villanueva" userId="9367907e4847b616" providerId="LiveId" clId="{C67624D5-49B0-4A9B-B1C4-780D8E4E7704}" dt="2023-09-09T19:54:53.786" v="1646" actId="47"/>
        <pc:sldMkLst>
          <pc:docMk/>
          <pc:sldMk cId="2624436072" sldId="261"/>
        </pc:sldMkLst>
      </pc:sldChg>
      <pc:sldChg chg="del">
        <pc:chgData name="Christian Villanueva" userId="9367907e4847b616" providerId="LiveId" clId="{C67624D5-49B0-4A9B-B1C4-780D8E4E7704}" dt="2023-09-09T19:54:51.607" v="1643" actId="47"/>
        <pc:sldMkLst>
          <pc:docMk/>
          <pc:sldMk cId="232242528" sldId="262"/>
        </pc:sldMkLst>
      </pc:sldChg>
      <pc:sldChg chg="del">
        <pc:chgData name="Christian Villanueva" userId="9367907e4847b616" providerId="LiveId" clId="{C67624D5-49B0-4A9B-B1C4-780D8E4E7704}" dt="2023-09-09T19:54:52.595" v="1645" actId="47"/>
        <pc:sldMkLst>
          <pc:docMk/>
          <pc:sldMk cId="3847393514" sldId="263"/>
        </pc:sldMkLst>
      </pc:sldChg>
      <pc:sldChg chg="addSp delSp modSp add mod">
        <pc:chgData name="Christian Villanueva" userId="9367907e4847b616" providerId="LiveId" clId="{C67624D5-49B0-4A9B-B1C4-780D8E4E7704}" dt="2023-09-09T19:54:02.524" v="1642" actId="20577"/>
        <pc:sldMkLst>
          <pc:docMk/>
          <pc:sldMk cId="3499865914" sldId="264"/>
        </pc:sldMkLst>
        <pc:spChg chg="mod">
          <ac:chgData name="Christian Villanueva" userId="9367907e4847b616" providerId="LiveId" clId="{C67624D5-49B0-4A9B-B1C4-780D8E4E7704}" dt="2023-09-09T19:54:02.524" v="1642" actId="20577"/>
          <ac:spMkLst>
            <pc:docMk/>
            <pc:sldMk cId="3499865914" sldId="264"/>
            <ac:spMk id="2" creationId="{86705015-20EE-35FE-01D6-B865C6688E52}"/>
          </ac:spMkLst>
        </pc:spChg>
        <pc:spChg chg="del">
          <ac:chgData name="Christian Villanueva" userId="9367907e4847b616" providerId="LiveId" clId="{C67624D5-49B0-4A9B-B1C4-780D8E4E7704}" dt="2023-09-09T19:48:32.945" v="1535" actId="478"/>
          <ac:spMkLst>
            <pc:docMk/>
            <pc:sldMk cId="3499865914" sldId="264"/>
            <ac:spMk id="3" creationId="{01D8EAC6-B22C-71F3-4A0A-C98523B1A82F}"/>
          </ac:spMkLst>
        </pc:spChg>
        <pc:spChg chg="del">
          <ac:chgData name="Christian Villanueva" userId="9367907e4847b616" providerId="LiveId" clId="{C67624D5-49B0-4A9B-B1C4-780D8E4E7704}" dt="2023-09-09T19:50:22.948" v="1557" actId="478"/>
          <ac:spMkLst>
            <pc:docMk/>
            <pc:sldMk cId="3499865914" sldId="264"/>
            <ac:spMk id="5" creationId="{7A5F5ED0-677C-F76E-48E3-459D85569203}"/>
          </ac:spMkLst>
        </pc:spChg>
        <pc:spChg chg="add del mod">
          <ac:chgData name="Christian Villanueva" userId="9367907e4847b616" providerId="LiveId" clId="{C67624D5-49B0-4A9B-B1C4-780D8E4E7704}" dt="2023-09-09T19:48:45.440" v="1539" actId="478"/>
          <ac:spMkLst>
            <pc:docMk/>
            <pc:sldMk cId="3499865914" sldId="264"/>
            <ac:spMk id="6" creationId="{FDB7F67F-A2A9-53C4-9F5D-957C815950A1}"/>
          </ac:spMkLst>
        </pc:spChg>
        <pc:spChg chg="add del mod">
          <ac:chgData name="Christian Villanueva" userId="9367907e4847b616" providerId="LiveId" clId="{C67624D5-49B0-4A9B-B1C4-780D8E4E7704}" dt="2023-09-09T19:50:47.186" v="1565" actId="22"/>
          <ac:spMkLst>
            <pc:docMk/>
            <pc:sldMk cId="3499865914" sldId="264"/>
            <ac:spMk id="17" creationId="{CFF904D7-AAC4-FF60-9AAC-CD5C97991DD5}"/>
          </ac:spMkLst>
        </pc:spChg>
        <pc:spChg chg="add mod">
          <ac:chgData name="Christian Villanueva" userId="9367907e4847b616" providerId="LiveId" clId="{C67624D5-49B0-4A9B-B1C4-780D8E4E7704}" dt="2023-09-09T19:52:24.839" v="1597" actId="1076"/>
          <ac:spMkLst>
            <pc:docMk/>
            <pc:sldMk cId="3499865914" sldId="264"/>
            <ac:spMk id="22" creationId="{67408219-C84E-BE15-B62B-4710B1A01149}"/>
          </ac:spMkLst>
        </pc:spChg>
        <pc:spChg chg="add mod">
          <ac:chgData name="Christian Villanueva" userId="9367907e4847b616" providerId="LiveId" clId="{C67624D5-49B0-4A9B-B1C4-780D8E4E7704}" dt="2023-09-09T19:52:51.369" v="1599" actId="13822"/>
          <ac:spMkLst>
            <pc:docMk/>
            <pc:sldMk cId="3499865914" sldId="264"/>
            <ac:spMk id="23" creationId="{B61A13A2-BFF0-E788-7FD5-E56E739F84A4}"/>
          </ac:spMkLst>
        </pc:spChg>
        <pc:spChg chg="add mod">
          <ac:chgData name="Christian Villanueva" userId="9367907e4847b616" providerId="LiveId" clId="{C67624D5-49B0-4A9B-B1C4-780D8E4E7704}" dt="2023-09-09T19:53:02.956" v="1611" actId="20577"/>
          <ac:spMkLst>
            <pc:docMk/>
            <pc:sldMk cId="3499865914" sldId="264"/>
            <ac:spMk id="24" creationId="{A55FA9E7-5D1E-7947-4D27-0DE8F056DA02}"/>
          </ac:spMkLst>
        </pc:spChg>
        <pc:spChg chg="add mod">
          <ac:chgData name="Christian Villanueva" userId="9367907e4847b616" providerId="LiveId" clId="{C67624D5-49B0-4A9B-B1C4-780D8E4E7704}" dt="2023-09-09T19:53:49.040" v="1634" actId="14100"/>
          <ac:spMkLst>
            <pc:docMk/>
            <pc:sldMk cId="3499865914" sldId="264"/>
            <ac:spMk id="29" creationId="{B5588A33-3732-D606-0FCA-52DAAE717715}"/>
          </ac:spMkLst>
        </pc:spChg>
        <pc:graphicFrameChg chg="add del mod">
          <ac:chgData name="Christian Villanueva" userId="9367907e4847b616" providerId="LiveId" clId="{C67624D5-49B0-4A9B-B1C4-780D8E4E7704}" dt="2023-09-09T19:48:37.717" v="1537"/>
          <ac:graphicFrameMkLst>
            <pc:docMk/>
            <pc:sldMk cId="3499865914" sldId="264"/>
            <ac:graphicFrameMk id="7" creationId="{8867B9B8-9FB5-9F20-039B-D45DF820A0AE}"/>
          </ac:graphicFrameMkLst>
        </pc:graphicFrameChg>
        <pc:picChg chg="add mod">
          <ac:chgData name="Christian Villanueva" userId="9367907e4847b616" providerId="LiveId" clId="{C67624D5-49B0-4A9B-B1C4-780D8E4E7704}" dt="2023-09-09T19:52:18.659" v="1595" actId="1076"/>
          <ac:picMkLst>
            <pc:docMk/>
            <pc:sldMk cId="3499865914" sldId="264"/>
            <ac:picMk id="11" creationId="{7D0C43CA-B01D-41BD-C90E-48AAA0558315}"/>
          </ac:picMkLst>
        </pc:picChg>
        <pc:picChg chg="add del mod modCrop">
          <ac:chgData name="Christian Villanueva" userId="9367907e4847b616" providerId="LiveId" clId="{C67624D5-49B0-4A9B-B1C4-780D8E4E7704}" dt="2023-09-09T19:52:02.430" v="1591" actId="732"/>
          <ac:picMkLst>
            <pc:docMk/>
            <pc:sldMk cId="3499865914" sldId="264"/>
            <ac:picMk id="13" creationId="{04895F5D-8951-245D-F19B-1BB165A2F895}"/>
          </ac:picMkLst>
        </pc:picChg>
        <pc:picChg chg="add mod modCrop">
          <ac:chgData name="Christian Villanueva" userId="9367907e4847b616" providerId="LiveId" clId="{C67624D5-49B0-4A9B-B1C4-780D8E4E7704}" dt="2023-09-09T19:52:12.451" v="1594" actId="732"/>
          <ac:picMkLst>
            <pc:docMk/>
            <pc:sldMk cId="3499865914" sldId="264"/>
            <ac:picMk id="18" creationId="{EC282E47-453D-8D7A-639A-D5190ADCE088}"/>
          </ac:picMkLst>
        </pc:picChg>
        <pc:cxnChg chg="add del mod">
          <ac:chgData name="Christian Villanueva" userId="9367907e4847b616" providerId="LiveId" clId="{C67624D5-49B0-4A9B-B1C4-780D8E4E7704}" dt="2023-09-09T19:48:37.717" v="1537"/>
          <ac:cxnSpMkLst>
            <pc:docMk/>
            <pc:sldMk cId="3499865914" sldId="264"/>
            <ac:cxnSpMk id="9" creationId="{B2DFACD2-98B5-8885-6FD2-099AA8A4DE9F}"/>
          </ac:cxnSpMkLst>
        </pc:cxnChg>
        <pc:cxnChg chg="add mod">
          <ac:chgData name="Christian Villanueva" userId="9367907e4847b616" providerId="LiveId" clId="{C67624D5-49B0-4A9B-B1C4-780D8E4E7704}" dt="2023-09-09T19:53:13.988" v="1612" actId="13822"/>
          <ac:cxnSpMkLst>
            <pc:docMk/>
            <pc:sldMk cId="3499865914" sldId="264"/>
            <ac:cxnSpMk id="20" creationId="{8F9F1BB7-4A9A-114E-0548-86FF9D743843}"/>
          </ac:cxnSpMkLst>
        </pc:cxnChg>
        <pc:cxnChg chg="add mod">
          <ac:chgData name="Christian Villanueva" userId="9367907e4847b616" providerId="LiveId" clId="{C67624D5-49B0-4A9B-B1C4-780D8E4E7704}" dt="2023-09-09T19:53:36.976" v="1617" actId="14100"/>
          <ac:cxnSpMkLst>
            <pc:docMk/>
            <pc:sldMk cId="3499865914" sldId="264"/>
            <ac:cxnSpMk id="25" creationId="{8934C1AD-AB51-FF50-854C-51DBFC3C9B7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10/12/2024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Principal </a:t>
            </a:r>
            <a:r>
              <a:rPr lang="es-SV" dirty="0" err="1">
                <a:solidFill>
                  <a:srgbClr val="FFFFFF"/>
                </a:solidFill>
              </a:rPr>
              <a:t>Components</a:t>
            </a:r>
            <a:r>
              <a:rPr lang="es-SV" dirty="0">
                <a:solidFill>
                  <a:srgbClr val="FFFFFF"/>
                </a:solidFill>
              </a:rPr>
              <a:t> </a:t>
            </a:r>
            <a:r>
              <a:rPr lang="es-SV" dirty="0" err="1">
                <a:solidFill>
                  <a:srgbClr val="FFFFFF"/>
                </a:solidFill>
              </a:rPr>
              <a:t>Analysis</a:t>
            </a:r>
            <a:r>
              <a:rPr lang="es-SV" dirty="0">
                <a:solidFill>
                  <a:srgbClr val="FFFFFF"/>
                </a:solidFill>
              </a:rPr>
              <a:t> (PCA)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Definición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/>
              </a:bodyPr>
              <a:lstStyle/>
              <a:p>
                <a:pPr marL="0" indent="0" algn="just">
                  <a:buNone/>
                </a:pPr>
                <a:r>
                  <a:rPr lang="es-SV" sz="2000" dirty="0"/>
                  <a:t>Componentes principales (PC) es una técnica de reducción de dimensión, es decir es un procedimiento que sirve para disminuir un problema de </a:t>
                </a:r>
                <a:r>
                  <a:rPr lang="es-SV" sz="2000" i="1" dirty="0"/>
                  <a:t>p </a:t>
                </a:r>
                <a:r>
                  <a:rPr lang="es-SV" sz="2000" dirty="0"/>
                  <a:t>variables en un problema de </a:t>
                </a:r>
                <a:r>
                  <a:rPr lang="es-SV" sz="2000" i="1" dirty="0"/>
                  <a:t>k</a:t>
                </a:r>
                <a:r>
                  <a:rPr lang="es-SV" sz="2000" dirty="0"/>
                  <a:t> variables, donde </a:t>
                </a:r>
                <a:r>
                  <a:rPr lang="es-SV" sz="2000" b="1" dirty="0"/>
                  <a:t>esperamos </a:t>
                </a:r>
                <a:r>
                  <a:rPr lang="es-SV" sz="2000" dirty="0"/>
                  <a:t>que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="0" dirty="0"/>
                  <a:t>.</a:t>
                </a: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0" dirty="0"/>
                  <a:t>En general</a:t>
                </a:r>
                <a:r>
                  <a:rPr lang="en-US" sz="2000" dirty="0"/>
                  <a:t>, Johnson R y Wichern Dean (2019) </a:t>
                </a:r>
                <a:r>
                  <a:rPr lang="en-US" sz="2000" dirty="0" err="1"/>
                  <a:t>determinan</a:t>
                </a:r>
                <a:r>
                  <a:rPr lang="en-US" sz="2000" dirty="0"/>
                  <a:t> que </a:t>
                </a:r>
                <a:r>
                  <a:rPr lang="en-US" sz="2000" dirty="0" err="1"/>
                  <a:t>los</a:t>
                </a:r>
                <a:r>
                  <a:rPr lang="en-US" sz="2000" dirty="0"/>
                  <a:t> </a:t>
                </a:r>
                <a:r>
                  <a:rPr lang="en-US" sz="2000" i="1" dirty="0"/>
                  <a:t>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componentes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principales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pueden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reemplazar</a:t>
                </a:r>
                <a:r>
                  <a:rPr lang="en-US" sz="2000" dirty="0"/>
                  <a:t> las </a:t>
                </a:r>
                <a:r>
                  <a:rPr lang="en-US" sz="2000" i="1" dirty="0"/>
                  <a:t>p </a:t>
                </a:r>
                <a:r>
                  <a:rPr lang="en-US" sz="2000" dirty="0"/>
                  <a:t>variables </a:t>
                </a:r>
                <a:r>
                  <a:rPr lang="en-US" sz="2000" dirty="0" err="1"/>
                  <a:t>iniciales</a:t>
                </a:r>
                <a:r>
                  <a:rPr lang="en-US" sz="2000" dirty="0"/>
                  <a:t>. </a:t>
                </a:r>
                <a:r>
                  <a:rPr lang="en-US" sz="2000" dirty="0" err="1"/>
                  <a:t>Tambi</a:t>
                </a:r>
                <a:r>
                  <a:rPr lang="es-SV" sz="2000" dirty="0" err="1"/>
                  <a:t>én</a:t>
                </a:r>
                <a:r>
                  <a:rPr lang="es-SV" sz="2000" dirty="0"/>
                  <a:t>, los componentes principales tienden a </a:t>
                </a:r>
                <a:r>
                  <a:rPr lang="es-SV" sz="2000" b="1" dirty="0"/>
                  <a:t>rebelar </a:t>
                </a:r>
                <a:r>
                  <a:rPr lang="es-SV" sz="2000" dirty="0"/>
                  <a:t>relaciones que no se habían sospechado desde un inicio.</a:t>
                </a:r>
                <a:r>
                  <a:rPr lang="en-US" sz="2000" dirty="0"/>
                  <a:t> </a:t>
                </a:r>
              </a:p>
              <a:p>
                <a:pPr marL="0" indent="0" algn="just">
                  <a:buNone/>
                </a:pPr>
                <a:endParaRPr lang="en-US" sz="2000" b="0" dirty="0"/>
              </a:p>
              <a:p>
                <a:pPr marL="0" indent="0" algn="just">
                  <a:buNone/>
                </a:pPr>
                <a:r>
                  <a:rPr lang="en-US" sz="2000" dirty="0"/>
                  <a:t>En </a:t>
                </a:r>
                <a:r>
                  <a:rPr lang="en-US" sz="2000" dirty="0" err="1"/>
                  <a:t>otras</a:t>
                </a:r>
                <a:r>
                  <a:rPr lang="en-US" sz="2000" dirty="0"/>
                  <a:t> palabras, lo que </a:t>
                </a:r>
                <a:r>
                  <a:rPr lang="en-US" sz="2000" dirty="0" err="1"/>
                  <a:t>buscamos</a:t>
                </a:r>
                <a:r>
                  <a:rPr lang="en-US" sz="2000" dirty="0"/>
                  <a:t> es </a:t>
                </a:r>
                <a:r>
                  <a:rPr lang="en-US" sz="2000" dirty="0" err="1"/>
                  <a:t>transformar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base de </a:t>
                </a:r>
                <a:r>
                  <a:rPr lang="en-US" sz="2000" dirty="0" err="1"/>
                  <a:t>datos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muchas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dimensiones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una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menos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dimensiones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tratando</a:t>
                </a:r>
                <a:r>
                  <a:rPr lang="en-US" sz="2000" dirty="0"/>
                  <a:t> de </a:t>
                </a:r>
                <a:r>
                  <a:rPr lang="en-US" sz="2000" dirty="0" err="1"/>
                  <a:t>retener</a:t>
                </a:r>
                <a:r>
                  <a:rPr lang="en-US" sz="2000" dirty="0"/>
                  <a:t> la mayor </a:t>
                </a:r>
                <a:r>
                  <a:rPr lang="en-US" sz="2000" dirty="0" err="1"/>
                  <a:t>varianza</a:t>
                </a:r>
                <a:r>
                  <a:rPr lang="en-US" sz="2000" dirty="0"/>
                  <a:t> (</a:t>
                </a:r>
                <a:r>
                  <a:rPr lang="en-US" sz="2000" dirty="0" err="1"/>
                  <a:t>información</a:t>
                </a:r>
                <a:r>
                  <a:rPr lang="en-US" sz="2000" dirty="0"/>
                  <a:t>) </a:t>
                </a:r>
                <a:r>
                  <a:rPr lang="en-US" sz="2000" dirty="0" err="1"/>
                  <a:t>posible</a:t>
                </a:r>
                <a:r>
                  <a:rPr lang="en-US" sz="2000" dirty="0"/>
                  <a:t>.</a:t>
                </a:r>
                <a:endParaRPr lang="en-US" sz="20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627" r="-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Definición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SV" sz="2000" dirty="0"/>
              <a:t>Los 3 aspectos principales</a:t>
            </a:r>
            <a:r>
              <a:rPr lang="en-US" sz="2000" dirty="0"/>
              <a:t>:</a:t>
            </a:r>
          </a:p>
          <a:p>
            <a:pPr marL="457200" indent="-457200" algn="just">
              <a:buAutoNum type="arabicPeriod"/>
            </a:pPr>
            <a:r>
              <a:rPr lang="en-US" sz="2000" dirty="0" err="1"/>
              <a:t>Componentes</a:t>
            </a:r>
            <a:r>
              <a:rPr lang="en-US" sz="2000" dirty="0"/>
              <a:t> </a:t>
            </a:r>
            <a:r>
              <a:rPr lang="en-US" sz="2000" dirty="0" err="1"/>
              <a:t>principales</a:t>
            </a:r>
            <a:r>
              <a:rPr lang="en-US" sz="2000" dirty="0"/>
              <a:t>: </a:t>
            </a:r>
            <a:r>
              <a:rPr lang="en-US" sz="2000" dirty="0" err="1"/>
              <a:t>existen</a:t>
            </a:r>
            <a:r>
              <a:rPr lang="en-US" sz="2000" dirty="0"/>
              <a:t> </a:t>
            </a:r>
            <a:r>
              <a:rPr lang="en-US" sz="2000" dirty="0" err="1"/>
              <a:t>ejes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cuales</a:t>
            </a:r>
            <a:r>
              <a:rPr lang="en-US" sz="2000" dirty="0"/>
              <a:t> la data </a:t>
            </a:r>
            <a:r>
              <a:rPr lang="en-US" sz="2000" dirty="0" err="1"/>
              <a:t>varía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.</a:t>
            </a:r>
          </a:p>
          <a:p>
            <a:pPr marL="457200" indent="-457200" algn="just">
              <a:buAutoNum type="arabicPeriod"/>
            </a:pPr>
            <a:r>
              <a:rPr lang="en-US" sz="2000" dirty="0" err="1"/>
              <a:t>Varianza</a:t>
            </a:r>
            <a:r>
              <a:rPr lang="en-US" sz="2000" dirty="0"/>
              <a:t>: PCA </a:t>
            </a:r>
            <a:r>
              <a:rPr lang="en-US" sz="2000" dirty="0" err="1"/>
              <a:t>intenta</a:t>
            </a:r>
            <a:r>
              <a:rPr lang="en-US" sz="2000" dirty="0"/>
              <a:t> </a:t>
            </a:r>
            <a:r>
              <a:rPr lang="en-US" sz="2000" dirty="0" err="1"/>
              <a:t>capturar</a:t>
            </a:r>
            <a:r>
              <a:rPr lang="en-US" sz="2000" dirty="0"/>
              <a:t> la </a:t>
            </a:r>
            <a:r>
              <a:rPr lang="en-US" sz="2000" dirty="0" err="1"/>
              <a:t>máxima</a:t>
            </a:r>
            <a:r>
              <a:rPr lang="en-US" sz="2000" dirty="0"/>
              <a:t> </a:t>
            </a:r>
            <a:r>
              <a:rPr lang="en-US" sz="2000" dirty="0" err="1"/>
              <a:t>varianza</a:t>
            </a:r>
            <a:r>
              <a:rPr lang="en-US" sz="2000" dirty="0"/>
              <a:t> </a:t>
            </a:r>
            <a:r>
              <a:rPr lang="en-US" sz="2000" dirty="0" err="1"/>
              <a:t>posible</a:t>
            </a:r>
            <a:r>
              <a:rPr lang="en-US" sz="2000" dirty="0"/>
              <a:t> (</a:t>
            </a:r>
            <a:r>
              <a:rPr lang="en-US" sz="2000" dirty="0" err="1"/>
              <a:t>dispersión</a:t>
            </a:r>
            <a:r>
              <a:rPr lang="en-US" sz="2000" dirty="0"/>
              <a:t>) </a:t>
            </a:r>
            <a:r>
              <a:rPr lang="en-US" sz="2000" dirty="0" err="1"/>
              <a:t>en</a:t>
            </a:r>
            <a:r>
              <a:rPr lang="en-US" sz="2000" dirty="0"/>
              <a:t> la data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componente</a:t>
            </a:r>
            <a:r>
              <a:rPr lang="en-US" sz="2000" dirty="0"/>
              <a:t> principal.</a:t>
            </a:r>
          </a:p>
          <a:p>
            <a:pPr marL="457200" indent="-457200" algn="just">
              <a:buAutoNum type="arabicPeriod"/>
            </a:pPr>
            <a:r>
              <a:rPr lang="en-US" sz="2000" dirty="0" err="1"/>
              <a:t>Ortogonalidad</a:t>
            </a:r>
            <a:r>
              <a:rPr lang="en-US" sz="2000" dirty="0"/>
              <a:t>: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componente</a:t>
            </a:r>
            <a:r>
              <a:rPr lang="en-US" sz="2000" dirty="0"/>
              <a:t> principal es </a:t>
            </a:r>
            <a:r>
              <a:rPr lang="en-US" sz="2000" dirty="0" err="1"/>
              <a:t>ortogonal</a:t>
            </a:r>
            <a:r>
              <a:rPr lang="en-US" sz="2000" dirty="0"/>
              <a:t> con </a:t>
            </a:r>
            <a:r>
              <a:rPr lang="en-US" sz="2000" dirty="0" err="1"/>
              <a:t>respecto</a:t>
            </a:r>
            <a:r>
              <a:rPr lang="en-US" sz="2000" dirty="0"/>
              <a:t> a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demás</a:t>
            </a:r>
            <a:r>
              <a:rPr lang="en-US" sz="2000" dirty="0"/>
              <a:t>.</a:t>
            </a:r>
            <a:endParaRPr lang="es-SV" sz="2000" dirty="0"/>
          </a:p>
        </p:txBody>
      </p:sp>
    </p:spTree>
    <p:extLst>
      <p:ext uri="{BB962C8B-B14F-4D97-AF65-F5344CB8AC3E}">
        <p14:creationId xmlns:p14="http://schemas.microsoft.com/office/powerpoint/2010/main" val="51442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Representación gráfica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Análisis de Componentes Principales (ACP) 102 - NumXL">
            <a:extLst>
              <a:ext uri="{FF2B5EF4-FFF2-40B4-BE49-F238E27FC236}">
                <a16:creationId xmlns:a16="http://schemas.microsoft.com/office/drawing/2014/main" id="{3CB5AC37-F86C-AFDA-16AD-E24E6D5ECE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3"/>
          <a:stretch/>
        </p:blipFill>
        <p:spPr bwMode="auto">
          <a:xfrm>
            <a:off x="1590674" y="1885018"/>
            <a:ext cx="8467725" cy="467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3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Paso a Paso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8EAC6-B22C-71F3-4A0A-C98523B1A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6"/>
            <a:ext cx="9724031" cy="3950727"/>
          </a:xfrm>
        </p:spPr>
        <p:txBody>
          <a:bodyPr anchor="ctr">
            <a:normAutofit lnSpcReduction="10000"/>
          </a:bodyPr>
          <a:lstStyle/>
          <a:p>
            <a:pPr marL="457200" indent="-457200" algn="just">
              <a:buAutoNum type="arabicPeriod"/>
            </a:pPr>
            <a:r>
              <a:rPr lang="es-SV" sz="2000" b="1" i="1" dirty="0"/>
              <a:t>Estandarizamos la información.</a:t>
            </a:r>
            <a:r>
              <a:rPr lang="es-SV" sz="2000" i="1" dirty="0"/>
              <a:t> Queremos que cada variable tenga la oportunidad de contribuir equitativamente.</a:t>
            </a:r>
          </a:p>
          <a:p>
            <a:pPr marL="457200" indent="-457200" algn="just">
              <a:buAutoNum type="arabicPeriod"/>
            </a:pPr>
            <a:r>
              <a:rPr lang="es-SV" sz="2000" b="1" i="1" dirty="0"/>
              <a:t>Se genera la matriz de covarianza. </a:t>
            </a:r>
            <a:r>
              <a:rPr lang="es-SV" sz="2000" i="1" dirty="0"/>
              <a:t>Esto nos permite ver cómo cada par de variables varía contra la otra.</a:t>
            </a:r>
          </a:p>
          <a:p>
            <a:pPr marL="457200" indent="-457200" algn="just">
              <a:buAutoNum type="arabicPeriod"/>
            </a:pPr>
            <a:r>
              <a:rPr lang="es-SV" sz="2000" b="1" i="1" dirty="0"/>
              <a:t>Se calculan los </a:t>
            </a:r>
            <a:r>
              <a:rPr lang="es-SV" sz="2000" b="1" i="1" dirty="0" err="1"/>
              <a:t>eigenvector</a:t>
            </a:r>
            <a:r>
              <a:rPr lang="es-SV" sz="2000" b="1" i="1" dirty="0"/>
              <a:t> y </a:t>
            </a:r>
            <a:r>
              <a:rPr lang="es-SV" sz="2000" b="1" i="1" dirty="0" err="1"/>
              <a:t>eigenvalues</a:t>
            </a:r>
            <a:r>
              <a:rPr lang="es-SV" sz="2000" b="1" i="1" dirty="0"/>
              <a:t> </a:t>
            </a:r>
            <a:r>
              <a:rPr lang="es-SV" sz="2000" i="1" dirty="0"/>
              <a:t>de la matriz de covarianzas. Estos nos ayudan a encontrar las nuevas direcciones (componentes principales) y cuánta varianza explica cada uno de ellos.</a:t>
            </a:r>
          </a:p>
          <a:p>
            <a:pPr marL="914400" lvl="1" indent="-457200" algn="just">
              <a:buAutoNum type="arabicPeriod"/>
            </a:pPr>
            <a:r>
              <a:rPr lang="es-SV" sz="1600" b="1" i="1" dirty="0" err="1"/>
              <a:t>Eigenvectors</a:t>
            </a:r>
            <a:r>
              <a:rPr lang="es-SV" sz="1600" b="1" i="1" dirty="0"/>
              <a:t>: </a:t>
            </a:r>
            <a:r>
              <a:rPr lang="es-SV" sz="1600" i="1" dirty="0"/>
              <a:t>Nos dicen la dirección de los componentes.</a:t>
            </a:r>
          </a:p>
          <a:p>
            <a:pPr marL="914400" lvl="1" indent="-457200" algn="just">
              <a:buAutoNum type="arabicPeriod"/>
            </a:pPr>
            <a:r>
              <a:rPr lang="es-SV" sz="1600" b="1" i="1" dirty="0" err="1"/>
              <a:t>Eigenvalues</a:t>
            </a:r>
            <a:r>
              <a:rPr lang="es-SV" sz="1600" b="1" i="1" dirty="0"/>
              <a:t>: </a:t>
            </a:r>
            <a:r>
              <a:rPr lang="es-SV" sz="1600" i="1" dirty="0"/>
              <a:t>nos dice cuánta varianza se captura por cada </a:t>
            </a:r>
            <a:r>
              <a:rPr lang="es-SV" sz="1600" i="1" dirty="0" err="1"/>
              <a:t>eigenvector</a:t>
            </a:r>
            <a:endParaRPr lang="es-SV" sz="1600" i="1" dirty="0"/>
          </a:p>
          <a:p>
            <a:pPr marL="914400" lvl="1" indent="-457200" algn="just">
              <a:buAutoNum type="arabicPeriod"/>
            </a:pPr>
            <a:endParaRPr lang="es-SV" sz="1600" b="1" i="1" dirty="0"/>
          </a:p>
          <a:p>
            <a:pPr marL="457200" indent="-457200" algn="just">
              <a:buAutoNum type="arabicPeriod"/>
            </a:pPr>
            <a:r>
              <a:rPr lang="es-SV" sz="2000" b="1" i="1" dirty="0"/>
              <a:t>Se ordenan los componentes por varianza. </a:t>
            </a:r>
            <a:r>
              <a:rPr lang="es-SV" sz="2000" i="1" dirty="0"/>
              <a:t>Esto quiere decir que siempre el primer componente es el que explica la mayor cantidad de varianza, seguido del segundo y así sucesivamente.</a:t>
            </a:r>
            <a:endParaRPr lang="es-SV" sz="2000" b="1" i="1" dirty="0"/>
          </a:p>
          <a:p>
            <a:pPr marL="0" indent="0" algn="just">
              <a:buNone/>
            </a:pPr>
            <a:endParaRPr lang="es-SV" sz="1600" i="1" dirty="0"/>
          </a:p>
          <a:p>
            <a:pPr marL="457200" lvl="1" indent="0" algn="just">
              <a:buNone/>
            </a:pPr>
            <a:endParaRPr lang="es-SV" sz="1600" i="1" dirty="0"/>
          </a:p>
          <a:p>
            <a:pPr marL="0" indent="0" algn="just">
              <a:buNone/>
            </a:pPr>
            <a:endParaRPr lang="es-SV" i="1" dirty="0"/>
          </a:p>
          <a:p>
            <a:pPr marL="0" indent="0" algn="just">
              <a:buNone/>
            </a:pPr>
            <a:endParaRPr lang="es-ES" sz="2000" b="1" i="1" dirty="0"/>
          </a:p>
        </p:txBody>
      </p:sp>
    </p:spTree>
    <p:extLst>
      <p:ext uri="{BB962C8B-B14F-4D97-AF65-F5344CB8AC3E}">
        <p14:creationId xmlns:p14="http://schemas.microsoft.com/office/powerpoint/2010/main" val="173096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6148</TotalTime>
  <Words>302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Principal Components Analysis (PCA)</vt:lpstr>
      <vt:lpstr>Definición</vt:lpstr>
      <vt:lpstr>Definición</vt:lpstr>
      <vt:lpstr>Representación gráfica</vt:lpstr>
      <vt:lpstr>Paso a Paso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1</cp:revision>
  <dcterms:created xsi:type="dcterms:W3CDTF">2023-06-19T22:41:02Z</dcterms:created>
  <dcterms:modified xsi:type="dcterms:W3CDTF">2024-10-12T13:20:32Z</dcterms:modified>
</cp:coreProperties>
</file>