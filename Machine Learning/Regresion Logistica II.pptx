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1937D3-35F0-4115-BFBB-30931E64C78F}" v="339" dt="2023-11-24T22:41:14.4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Villanueva" userId="9367907e4847b616" providerId="LiveId" clId="{701937D3-35F0-4115-BFBB-30931E64C78F}"/>
    <pc:docChg chg="undo custSel addSld modSld">
      <pc:chgData name="Christian Villanueva" userId="9367907e4847b616" providerId="LiveId" clId="{701937D3-35F0-4115-BFBB-30931E64C78F}" dt="2023-11-24T22:44:51.566" v="2524" actId="20577"/>
      <pc:docMkLst>
        <pc:docMk/>
      </pc:docMkLst>
      <pc:sldChg chg="modSp mod">
        <pc:chgData name="Christian Villanueva" userId="9367907e4847b616" providerId="LiveId" clId="{701937D3-35F0-4115-BFBB-30931E64C78F}" dt="2023-11-23T15:09:22.652" v="2" actId="20577"/>
        <pc:sldMkLst>
          <pc:docMk/>
          <pc:sldMk cId="2517860399" sldId="256"/>
        </pc:sldMkLst>
        <pc:spChg chg="mod">
          <ac:chgData name="Christian Villanueva" userId="9367907e4847b616" providerId="LiveId" clId="{701937D3-35F0-4115-BFBB-30931E64C78F}" dt="2023-11-23T15:09:22.652" v="2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delSp modSp mod">
        <pc:chgData name="Christian Villanueva" userId="9367907e4847b616" providerId="LiveId" clId="{701937D3-35F0-4115-BFBB-30931E64C78F}" dt="2023-11-24T21:47:54.671" v="956" actId="313"/>
        <pc:sldMkLst>
          <pc:docMk/>
          <pc:sldMk cId="1457034104" sldId="257"/>
        </pc:sldMkLst>
        <pc:spChg chg="mod">
          <ac:chgData name="Christian Villanueva" userId="9367907e4847b616" providerId="LiveId" clId="{701937D3-35F0-4115-BFBB-30931E64C78F}" dt="2023-11-24T21:29:33.658" v="29" actId="20577"/>
          <ac:spMkLst>
            <pc:docMk/>
            <pc:sldMk cId="1457034104" sldId="257"/>
            <ac:spMk id="2" creationId="{86705015-20EE-35FE-01D6-B865C6688E52}"/>
          </ac:spMkLst>
        </pc:spChg>
        <pc:spChg chg="add mod">
          <ac:chgData name="Christian Villanueva" userId="9367907e4847b616" providerId="LiveId" clId="{701937D3-35F0-4115-BFBB-30931E64C78F}" dt="2023-11-24T21:47:54.671" v="956" actId="313"/>
          <ac:spMkLst>
            <pc:docMk/>
            <pc:sldMk cId="1457034104" sldId="257"/>
            <ac:spMk id="3" creationId="{61A9521D-D8B9-A2D0-1D27-55480A1FD34F}"/>
          </ac:spMkLst>
        </pc:spChg>
        <pc:picChg chg="del">
          <ac:chgData name="Christian Villanueva" userId="9367907e4847b616" providerId="LiveId" clId="{701937D3-35F0-4115-BFBB-30931E64C78F}" dt="2023-11-24T21:29:35.222" v="30" actId="478"/>
          <ac:picMkLst>
            <pc:docMk/>
            <pc:sldMk cId="1457034104" sldId="257"/>
            <ac:picMk id="1026" creationId="{C92A098E-3BE8-00BB-1F4A-B8491B03D886}"/>
          </ac:picMkLst>
        </pc:picChg>
      </pc:sldChg>
      <pc:sldChg chg="addSp delSp modSp mod">
        <pc:chgData name="Christian Villanueva" userId="9367907e4847b616" providerId="LiveId" clId="{701937D3-35F0-4115-BFBB-30931E64C78F}" dt="2023-11-24T21:56:34.033" v="1400" actId="20577"/>
        <pc:sldMkLst>
          <pc:docMk/>
          <pc:sldMk cId="3805736252" sldId="273"/>
        </pc:sldMkLst>
        <pc:spChg chg="mod">
          <ac:chgData name="Christian Villanueva" userId="9367907e4847b616" providerId="LiveId" clId="{701937D3-35F0-4115-BFBB-30931E64C78F}" dt="2023-11-24T21:48:20.475" v="999" actId="20577"/>
          <ac:spMkLst>
            <pc:docMk/>
            <pc:sldMk cId="3805736252" sldId="273"/>
            <ac:spMk id="2" creationId="{86705015-20EE-35FE-01D6-B865C6688E52}"/>
          </ac:spMkLst>
        </pc:spChg>
        <pc:spChg chg="add mod">
          <ac:chgData name="Christian Villanueva" userId="9367907e4847b616" providerId="LiveId" clId="{701937D3-35F0-4115-BFBB-30931E64C78F}" dt="2023-11-24T21:51:25.922" v="1151" actId="20577"/>
          <ac:spMkLst>
            <pc:docMk/>
            <pc:sldMk cId="3805736252" sldId="273"/>
            <ac:spMk id="3" creationId="{7D10F936-EB52-B1A1-8568-0D43EB332D4A}"/>
          </ac:spMkLst>
        </pc:spChg>
        <pc:spChg chg="add mod">
          <ac:chgData name="Christian Villanueva" userId="9367907e4847b616" providerId="LiveId" clId="{701937D3-35F0-4115-BFBB-30931E64C78F}" dt="2023-11-24T21:53:04.011" v="1211" actId="1076"/>
          <ac:spMkLst>
            <pc:docMk/>
            <pc:sldMk cId="3805736252" sldId="273"/>
            <ac:spMk id="4" creationId="{D46A6DDE-977C-14BB-D8BC-1FB07073DCC9}"/>
          </ac:spMkLst>
        </pc:spChg>
        <pc:spChg chg="add mod">
          <ac:chgData name="Christian Villanueva" userId="9367907e4847b616" providerId="LiveId" clId="{701937D3-35F0-4115-BFBB-30931E64C78F}" dt="2023-11-24T21:53:29.356" v="1246" actId="20577"/>
          <ac:spMkLst>
            <pc:docMk/>
            <pc:sldMk cId="3805736252" sldId="273"/>
            <ac:spMk id="5" creationId="{3ED6BD48-3964-1136-D9D6-DDCD678CC33F}"/>
          </ac:spMkLst>
        </pc:spChg>
        <pc:spChg chg="add mod">
          <ac:chgData name="Christian Villanueva" userId="9367907e4847b616" providerId="LiveId" clId="{701937D3-35F0-4115-BFBB-30931E64C78F}" dt="2023-11-24T21:54:03.965" v="1260" actId="20577"/>
          <ac:spMkLst>
            <pc:docMk/>
            <pc:sldMk cId="3805736252" sldId="273"/>
            <ac:spMk id="15" creationId="{0B264588-13FC-D30A-4623-FE977D44F5E4}"/>
          </ac:spMkLst>
        </pc:spChg>
        <pc:spChg chg="add mod">
          <ac:chgData name="Christian Villanueva" userId="9367907e4847b616" providerId="LiveId" clId="{701937D3-35F0-4115-BFBB-30931E64C78F}" dt="2023-11-24T21:56:34.033" v="1400" actId="20577"/>
          <ac:spMkLst>
            <pc:docMk/>
            <pc:sldMk cId="3805736252" sldId="273"/>
            <ac:spMk id="17" creationId="{55B272AC-4D40-8479-E896-AA75EFAE347F}"/>
          </ac:spMkLst>
        </pc:spChg>
        <pc:spChg chg="add del mod">
          <ac:chgData name="Christian Villanueva" userId="9367907e4847b616" providerId="LiveId" clId="{701937D3-35F0-4115-BFBB-30931E64C78F}" dt="2023-11-24T21:54:29.421" v="1266" actId="22"/>
          <ac:spMkLst>
            <pc:docMk/>
            <pc:sldMk cId="3805736252" sldId="273"/>
            <ac:spMk id="19" creationId="{7B3FF291-1849-C0AC-D070-8ED39BC356E9}"/>
          </ac:spMkLst>
        </pc:spChg>
        <pc:picChg chg="del">
          <ac:chgData name="Christian Villanueva" userId="9367907e4847b616" providerId="LiveId" clId="{701937D3-35F0-4115-BFBB-30931E64C78F}" dt="2023-11-24T21:48:22.573" v="1000" actId="478"/>
          <ac:picMkLst>
            <pc:docMk/>
            <pc:sldMk cId="3805736252" sldId="273"/>
            <ac:picMk id="2050" creationId="{75ECD4AD-8627-DBF7-EEBF-E4C52ADD898E}"/>
          </ac:picMkLst>
        </pc:picChg>
        <pc:cxnChg chg="add mod">
          <ac:chgData name="Christian Villanueva" userId="9367907e4847b616" providerId="LiveId" clId="{701937D3-35F0-4115-BFBB-30931E64C78F}" dt="2023-11-24T21:53:57.152" v="1253" actId="1582"/>
          <ac:cxnSpMkLst>
            <pc:docMk/>
            <pc:sldMk cId="3805736252" sldId="273"/>
            <ac:cxnSpMk id="7" creationId="{68239F2C-F161-3DE8-07AF-BA324F3A5493}"/>
          </ac:cxnSpMkLst>
        </pc:cxnChg>
      </pc:sldChg>
      <pc:sldChg chg="delSp modSp mod">
        <pc:chgData name="Christian Villanueva" userId="9367907e4847b616" providerId="LiveId" clId="{701937D3-35F0-4115-BFBB-30931E64C78F}" dt="2023-11-24T21:57:25.268" v="1661" actId="20577"/>
        <pc:sldMkLst>
          <pc:docMk/>
          <pc:sldMk cId="1730968163" sldId="274"/>
        </pc:sldMkLst>
        <pc:spChg chg="mod">
          <ac:chgData name="Christian Villanueva" userId="9367907e4847b616" providerId="LiveId" clId="{701937D3-35F0-4115-BFBB-30931E64C78F}" dt="2023-11-24T21:56:04.129" v="1393" actId="20577"/>
          <ac:spMkLst>
            <pc:docMk/>
            <pc:sldMk cId="1730968163" sldId="274"/>
            <ac:spMk id="2" creationId="{86705015-20EE-35FE-01D6-B865C6688E52}"/>
          </ac:spMkLst>
        </pc:spChg>
        <pc:spChg chg="mod">
          <ac:chgData name="Christian Villanueva" userId="9367907e4847b616" providerId="LiveId" clId="{701937D3-35F0-4115-BFBB-30931E64C78F}" dt="2023-11-24T21:57:25.268" v="1661" actId="20577"/>
          <ac:spMkLst>
            <pc:docMk/>
            <pc:sldMk cId="1730968163" sldId="274"/>
            <ac:spMk id="13" creationId="{B433290D-E568-8841-3A52-CE1191638E98}"/>
          </ac:spMkLst>
        </pc:spChg>
        <pc:spChg chg="del">
          <ac:chgData name="Christian Villanueva" userId="9367907e4847b616" providerId="LiveId" clId="{701937D3-35F0-4115-BFBB-30931E64C78F}" dt="2023-11-24T21:56:12.113" v="1396" actId="478"/>
          <ac:spMkLst>
            <pc:docMk/>
            <pc:sldMk cId="1730968163" sldId="274"/>
            <ac:spMk id="15" creationId="{917698B5-1844-667B-443E-CEEF7432600B}"/>
          </ac:spMkLst>
        </pc:spChg>
        <pc:picChg chg="del">
          <ac:chgData name="Christian Villanueva" userId="9367907e4847b616" providerId="LiveId" clId="{701937D3-35F0-4115-BFBB-30931E64C78F}" dt="2023-11-24T21:56:06.486" v="1394" actId="478"/>
          <ac:picMkLst>
            <pc:docMk/>
            <pc:sldMk cId="1730968163" sldId="274"/>
            <ac:picMk id="11" creationId="{B2534370-DE92-B9CE-06E3-7DF4E8EB6EEF}"/>
          </ac:picMkLst>
        </pc:picChg>
        <pc:picChg chg="del">
          <ac:chgData name="Christian Villanueva" userId="9367907e4847b616" providerId="LiveId" clId="{701937D3-35F0-4115-BFBB-30931E64C78F}" dt="2023-11-24T21:56:09.496" v="1395" actId="478"/>
          <ac:picMkLst>
            <pc:docMk/>
            <pc:sldMk cId="1730968163" sldId="274"/>
            <ac:picMk id="18" creationId="{FC696072-6394-3F90-5A98-57256F546595}"/>
          </ac:picMkLst>
        </pc:picChg>
      </pc:sldChg>
      <pc:sldChg chg="addSp modSp add mod">
        <pc:chgData name="Christian Villanueva" userId="9367907e4847b616" providerId="LiveId" clId="{701937D3-35F0-4115-BFBB-30931E64C78F}" dt="2023-11-24T22:39:44.837" v="1983" actId="122"/>
        <pc:sldMkLst>
          <pc:docMk/>
          <pc:sldMk cId="2367910570" sldId="275"/>
        </pc:sldMkLst>
        <pc:spChg chg="mod">
          <ac:chgData name="Christian Villanueva" userId="9367907e4847b616" providerId="LiveId" clId="{701937D3-35F0-4115-BFBB-30931E64C78F}" dt="2023-11-24T21:58:43.099" v="1748" actId="20577"/>
          <ac:spMkLst>
            <pc:docMk/>
            <pc:sldMk cId="2367910570" sldId="275"/>
            <ac:spMk id="2" creationId="{86705015-20EE-35FE-01D6-B865C6688E52}"/>
          </ac:spMkLst>
        </pc:spChg>
        <pc:spChg chg="add mod">
          <ac:chgData name="Christian Villanueva" userId="9367907e4847b616" providerId="LiveId" clId="{701937D3-35F0-4115-BFBB-30931E64C78F}" dt="2023-11-24T22:39:44.837" v="1983" actId="122"/>
          <ac:spMkLst>
            <pc:docMk/>
            <pc:sldMk cId="2367910570" sldId="275"/>
            <ac:spMk id="7" creationId="{7FDC3EAB-D587-D40C-E978-438F629960BA}"/>
          </ac:spMkLst>
        </pc:spChg>
        <pc:spChg chg="mod">
          <ac:chgData name="Christian Villanueva" userId="9367907e4847b616" providerId="LiveId" clId="{701937D3-35F0-4115-BFBB-30931E64C78F}" dt="2023-11-24T22:24:11.452" v="1941" actId="20577"/>
          <ac:spMkLst>
            <pc:docMk/>
            <pc:sldMk cId="2367910570" sldId="275"/>
            <ac:spMk id="13" creationId="{B433290D-E568-8841-3A52-CE1191638E98}"/>
          </ac:spMkLst>
        </pc:spChg>
        <pc:picChg chg="add mod">
          <ac:chgData name="Christian Villanueva" userId="9367907e4847b616" providerId="LiveId" clId="{701937D3-35F0-4115-BFBB-30931E64C78F}" dt="2023-11-24T22:39:17.670" v="1944" actId="1076"/>
          <ac:picMkLst>
            <pc:docMk/>
            <pc:sldMk cId="2367910570" sldId="275"/>
            <ac:picMk id="4" creationId="{B1EF2B27-D697-85E2-FCD7-673417838BD5}"/>
          </ac:picMkLst>
        </pc:picChg>
        <pc:picChg chg="add mod">
          <ac:chgData name="Christian Villanueva" userId="9367907e4847b616" providerId="LiveId" clId="{701937D3-35F0-4115-BFBB-30931E64C78F}" dt="2023-11-24T22:39:22.694" v="1946" actId="1076"/>
          <ac:picMkLst>
            <pc:docMk/>
            <pc:sldMk cId="2367910570" sldId="275"/>
            <ac:picMk id="6" creationId="{417DBDD9-9806-FDFC-EDD8-AFA44FD33B4B}"/>
          </ac:picMkLst>
        </pc:picChg>
      </pc:sldChg>
      <pc:sldChg chg="addSp delSp modSp add mod">
        <pc:chgData name="Christian Villanueva" userId="9367907e4847b616" providerId="LiveId" clId="{701937D3-35F0-4115-BFBB-30931E64C78F}" dt="2023-11-24T22:44:51.566" v="2524" actId="20577"/>
        <pc:sldMkLst>
          <pc:docMk/>
          <pc:sldMk cId="3285336427" sldId="276"/>
        </pc:sldMkLst>
        <pc:spChg chg="del">
          <ac:chgData name="Christian Villanueva" userId="9367907e4847b616" providerId="LiveId" clId="{701937D3-35F0-4115-BFBB-30931E64C78F}" dt="2023-11-24T22:40:38.202" v="1986" actId="478"/>
          <ac:spMkLst>
            <pc:docMk/>
            <pc:sldMk cId="3285336427" sldId="276"/>
            <ac:spMk id="7" creationId="{7FDC3EAB-D587-D40C-E978-438F629960BA}"/>
          </ac:spMkLst>
        </pc:spChg>
        <pc:spChg chg="add mod">
          <ac:chgData name="Christian Villanueva" userId="9367907e4847b616" providerId="LiveId" clId="{701937D3-35F0-4115-BFBB-30931E64C78F}" dt="2023-11-24T22:44:51.566" v="2524" actId="20577"/>
          <ac:spMkLst>
            <pc:docMk/>
            <pc:sldMk cId="3285336427" sldId="276"/>
            <ac:spMk id="9" creationId="{D99D1943-D1AB-77D9-4AA0-ADB77D6E412E}"/>
          </ac:spMkLst>
        </pc:spChg>
        <pc:spChg chg="del">
          <ac:chgData name="Christian Villanueva" userId="9367907e4847b616" providerId="LiveId" clId="{701937D3-35F0-4115-BFBB-30931E64C78F}" dt="2023-11-24T22:40:35.478" v="1985" actId="478"/>
          <ac:spMkLst>
            <pc:docMk/>
            <pc:sldMk cId="3285336427" sldId="276"/>
            <ac:spMk id="13" creationId="{B433290D-E568-8841-3A52-CE1191638E98}"/>
          </ac:spMkLst>
        </pc:spChg>
        <pc:picChg chg="del mod">
          <ac:chgData name="Christian Villanueva" userId="9367907e4847b616" providerId="LiveId" clId="{701937D3-35F0-4115-BFBB-30931E64C78F}" dt="2023-11-24T22:41:06.678" v="1991" actId="478"/>
          <ac:picMkLst>
            <pc:docMk/>
            <pc:sldMk cId="3285336427" sldId="276"/>
            <ac:picMk id="4" creationId="{B1EF2B27-D697-85E2-FCD7-673417838BD5}"/>
          </ac:picMkLst>
        </pc:picChg>
        <pc:picChg chg="add mod">
          <ac:chgData name="Christian Villanueva" userId="9367907e4847b616" providerId="LiveId" clId="{701937D3-35F0-4115-BFBB-30931E64C78F}" dt="2023-11-24T22:41:08.820" v="1992" actId="1076"/>
          <ac:picMkLst>
            <pc:docMk/>
            <pc:sldMk cId="3285336427" sldId="276"/>
            <ac:picMk id="5" creationId="{D57761A7-329E-5CBF-517A-412839FB3627}"/>
          </ac:picMkLst>
        </pc:picChg>
        <pc:picChg chg="del">
          <ac:chgData name="Christian Villanueva" userId="9367907e4847b616" providerId="LiveId" clId="{701937D3-35F0-4115-BFBB-30931E64C78F}" dt="2023-11-24T22:40:39.797" v="1987" actId="478"/>
          <ac:picMkLst>
            <pc:docMk/>
            <pc:sldMk cId="3285336427" sldId="276"/>
            <ac:picMk id="6" creationId="{417DBDD9-9806-FDFC-EDD8-AFA44FD33B4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2EAFC7-41C7-C2E3-77DF-58E70D026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09075-D48F-BDC8-525B-34B8E6C981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68DEE-E77F-4EEF-8751-05F6D319EB3C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08D36-AE77-5D5D-9167-0099D8B7AA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C11B1-7544-26CD-3BF4-B7553FA462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30410-5D39-434D-B4D5-3A7BD264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488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5990D-907B-425F-9819-FDEE716732E7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3F0C1-2670-4899-8AC7-CECC1AAD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524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E16B-80D3-4092-B1C2-C12A08564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AFAA1-3753-553F-CF11-8378ADB06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B820-F300-0598-F438-109785E1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43D4-B25F-2511-FCC8-B64B0708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D4053-4DCE-9265-238A-5D7A0EC0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0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89C7-F0F4-667B-91E2-0414C42D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20D5-C55F-AAF9-4E7E-5D1C3870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1F203-388B-9176-D887-1520088B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A27F-69CE-C9A6-C25E-C3591E06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52A9-0818-8EE5-62AA-14540C78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C6FE-6B3B-6041-2D08-128834F5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6B763-E626-1436-AE40-7DB1931A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45F15-5DD1-C589-F1E5-01EEE324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E885A-7EDF-BFFA-C598-EA6273D3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FFD8-5F61-9FFC-E2BF-31C6BE10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8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B2F3-C8B9-73B4-E5D8-58E9047F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57069-C704-AA4B-983F-CA67A4E63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3AD45-2782-7AD3-EF07-7EB8ECC7D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A21CB-6E3B-3F5D-22B7-8223B0ED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F8063-6C2C-0E96-1C1C-CA47A9D0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8053A-518A-E8AB-7D49-4AB0AD22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1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CE8A-8CD6-6E81-0BB0-BB544C77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FE906-9AA3-62CA-B0C9-6D905116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39E9C-6B16-4055-4776-DB1630454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0385E-653C-7F73-A37E-3BB58FD0D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C4AE7-D1ED-743C-4D24-916F5F7D0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C274F-9C5B-6517-0889-991793F5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F1279-8029-C337-1B5F-E67A3091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B644E-A32A-AC89-FDC3-EACFA037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97AA-E0B6-093C-25BA-1136157F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D4E01-8065-D6BD-27E0-51420407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F496A-664A-1761-92E6-C0370703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A3D99-1504-2CAA-AC11-C3114E2C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5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53407-BDDA-5B3D-E5EC-B8FA5E50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F7C32-5D43-0432-E970-A25513EC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368F-85BF-387A-E759-0DB053D0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408E-30C6-2F3C-1E48-41521CBA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587F1-27A6-615A-A1E8-D95D08E12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DA36A-34A4-518F-F85F-BF9632186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B1D15-08C5-5C08-3D79-F0444980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E644A-2A9E-C1F5-E7A0-2546EC33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DAB4C-98E3-BDF4-5B60-23888A42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7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3AC4-07CE-D397-46F2-F2C35090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1159-24D7-9800-96A1-A2BF83B30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829C9-8705-1D5D-DDDF-175B75AC8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4DBB-8A2E-8708-281E-86BEB1AE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1B2D1-EDAB-AD0E-7DAF-8AA99E66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C3E8-DBCE-C3A0-E072-20B6D09B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5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5002-5B20-2857-931E-6C9880B7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E0F05-413F-9CC5-855E-3DDD45104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D786A-681D-F1DF-6D37-6899466B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D7DFD-215F-1F85-56CF-D4956CA7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DFD87-F400-F4C9-7FC8-824C8B65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BD9A1-DF23-168B-6D7F-1689E8D76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E53-1186-BCA2-BB78-059544117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98B3-498D-1B49-5030-4A6A0263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1727B-6030-39B4-1A0F-BF7F304F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5F950-F668-B371-2619-2B453A65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F2EA3-323A-90E0-ABB4-872172A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A9587-5E9A-0658-CEB4-7C73B2834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81748-56D7-D837-B64C-2921E477E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AD783-B2CD-4F08-BA7D-EA7386EB7307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D560-A321-A30D-FA2E-A0C577845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F758D-F90E-642E-DBD5-E44EEF936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2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015D2-38B4-5E4E-16DE-825524BC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SV" dirty="0">
                <a:solidFill>
                  <a:srgbClr val="FFFFFF"/>
                </a:solidFill>
              </a:rPr>
              <a:t>Regresión Logística II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7C3FA-3E97-59DC-975E-158BB85F6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Interpretación inicial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A9521D-D8B9-A2D0-1D27-55480A1FD34F}"/>
              </a:ext>
            </a:extLst>
          </p:cNvPr>
          <p:cNvSpPr txBox="1"/>
          <p:nvPr/>
        </p:nvSpPr>
        <p:spPr>
          <a:xfrm>
            <a:off x="858416" y="2313992"/>
            <a:ext cx="102823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Una </a:t>
            </a:r>
            <a:r>
              <a:rPr lang="en-US" dirty="0" err="1"/>
              <a:t>regresión</a:t>
            </a:r>
            <a:r>
              <a:rPr lang="en-US" dirty="0"/>
              <a:t> </a:t>
            </a:r>
            <a:r>
              <a:rPr lang="en-US" dirty="0" err="1"/>
              <a:t>logística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la </a:t>
            </a:r>
            <a:r>
              <a:rPr lang="en-US" dirty="0" err="1"/>
              <a:t>característica</a:t>
            </a:r>
            <a:r>
              <a:rPr lang="en-US" dirty="0"/>
              <a:t> que la variable </a:t>
            </a:r>
            <a:r>
              <a:rPr lang="en-US" dirty="0" err="1"/>
              <a:t>respuesta</a:t>
            </a:r>
            <a:r>
              <a:rPr lang="en-US" dirty="0"/>
              <a:t> / variable </a:t>
            </a:r>
            <a:r>
              <a:rPr lang="en-US" dirty="0" err="1"/>
              <a:t>dependiente</a:t>
            </a:r>
            <a:r>
              <a:rPr lang="en-US" dirty="0"/>
              <a:t> es </a:t>
            </a:r>
            <a:r>
              <a:rPr lang="en-US" dirty="0" err="1"/>
              <a:t>binaria</a:t>
            </a:r>
            <a:r>
              <a:rPr lang="en-US" dirty="0"/>
              <a:t>, es </a:t>
            </a:r>
            <a:r>
              <a:rPr lang="en-US" dirty="0" err="1"/>
              <a:t>decir</a:t>
            </a:r>
            <a:r>
              <a:rPr lang="en-US" dirty="0"/>
              <a:t> que </a:t>
            </a:r>
            <a:r>
              <a:rPr lang="en-US" dirty="0" err="1"/>
              <a:t>tiene</a:t>
            </a:r>
            <a:r>
              <a:rPr lang="en-US" dirty="0"/>
              <a:t> solo dos </a:t>
            </a:r>
            <a:r>
              <a:rPr lang="en-US" dirty="0" err="1"/>
              <a:t>posibilidades</a:t>
            </a:r>
            <a:r>
              <a:rPr lang="en-US" dirty="0"/>
              <a:t> (</a:t>
            </a:r>
            <a:r>
              <a:rPr lang="en-US" dirty="0" err="1"/>
              <a:t>blanco</a:t>
            </a:r>
            <a:r>
              <a:rPr lang="en-US" dirty="0"/>
              <a:t> y negro, </a:t>
            </a:r>
            <a:r>
              <a:rPr lang="en-US" dirty="0" err="1"/>
              <a:t>fuma</a:t>
            </a:r>
            <a:r>
              <a:rPr lang="en-US" dirty="0"/>
              <a:t> o no </a:t>
            </a:r>
            <a:r>
              <a:rPr lang="en-US" dirty="0" err="1"/>
              <a:t>fuma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).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perspectiva</a:t>
            </a:r>
            <a:r>
              <a:rPr lang="en-US" dirty="0"/>
              <a:t>, </a:t>
            </a:r>
            <a:r>
              <a:rPr lang="en-US" dirty="0" err="1"/>
              <a:t>nuestro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lineal no es </a:t>
            </a:r>
            <a:r>
              <a:rPr lang="en-US" dirty="0" err="1"/>
              <a:t>aplicable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que no </a:t>
            </a:r>
            <a:r>
              <a:rPr lang="en-US" dirty="0" err="1"/>
              <a:t>sigue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mismo</a:t>
            </a:r>
            <a:r>
              <a:rPr lang="en-US" dirty="0"/>
              <a:t> </a:t>
            </a:r>
            <a:r>
              <a:rPr lang="en-US" dirty="0" err="1"/>
              <a:t>comportamiento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¿Qu</a:t>
            </a:r>
            <a:r>
              <a:rPr lang="es-SV" dirty="0"/>
              <a:t>é asumimos?</a:t>
            </a:r>
          </a:p>
          <a:p>
            <a:pPr marL="342900" indent="-342900">
              <a:buAutoNum type="arabicPeriod"/>
            </a:pPr>
            <a:r>
              <a:rPr lang="es-SV" dirty="0"/>
              <a:t>La variable dependiente (respuesta) debe ser categórica y binaria</a:t>
            </a:r>
          </a:p>
          <a:p>
            <a:pPr marL="342900" indent="-342900">
              <a:buAutoNum type="arabicPeriod"/>
            </a:pPr>
            <a:r>
              <a:rPr lang="es-SV" dirty="0"/>
              <a:t>Las observaciones deben ser independientes entre sí.</a:t>
            </a:r>
          </a:p>
          <a:p>
            <a:pPr marL="342900" indent="-342900">
              <a:buAutoNum type="arabicPeriod"/>
            </a:pPr>
            <a:r>
              <a:rPr lang="es-SV" dirty="0"/>
              <a:t>Se requiere que exista poca multicolinealidad o nula entre las variables independientes (X).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03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Curva de probabilidades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10F936-EB52-B1A1-8568-0D43EB332D4A}"/>
                  </a:ext>
                </a:extLst>
              </p:cNvPr>
              <p:cNvSpPr txBox="1"/>
              <p:nvPr/>
            </p:nvSpPr>
            <p:spPr>
              <a:xfrm>
                <a:off x="965719" y="2272004"/>
                <a:ext cx="4695837" cy="861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S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odds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ratio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10F936-EB52-B1A1-8568-0D43EB332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719" y="2272004"/>
                <a:ext cx="4695837" cy="8611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6A6DDE-977C-14BB-D8BC-1FB07073DCC9}"/>
                  </a:ext>
                </a:extLst>
              </p:cNvPr>
              <p:cNvSpPr txBox="1"/>
              <p:nvPr/>
            </p:nvSpPr>
            <p:spPr>
              <a:xfrm>
                <a:off x="965719" y="3434913"/>
                <a:ext cx="1559017" cy="2899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6A6DDE-977C-14BB-D8BC-1FB07073D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719" y="3434913"/>
                <a:ext cx="1559017" cy="289951"/>
              </a:xfrm>
              <a:prstGeom prst="rect">
                <a:avLst/>
              </a:prstGeom>
              <a:blipFill>
                <a:blip r:embed="rId3"/>
                <a:stretch>
                  <a:fillRect l="-2734" t="-6250" r="-2734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D6BD48-3964-1136-D9D6-DDCD678CC33F}"/>
                  </a:ext>
                </a:extLst>
              </p:cNvPr>
              <p:cNvSpPr txBox="1"/>
              <p:nvPr/>
            </p:nvSpPr>
            <p:spPr>
              <a:xfrm>
                <a:off x="965719" y="4284206"/>
                <a:ext cx="21125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D6BD48-3964-1136-D9D6-DDCD678CC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719" y="4284206"/>
                <a:ext cx="2112501" cy="276999"/>
              </a:xfrm>
              <a:prstGeom prst="rect">
                <a:avLst/>
              </a:prstGeom>
              <a:blipFill>
                <a:blip r:embed="rId4"/>
                <a:stretch>
                  <a:fillRect l="-3170" t="-2222" r="-865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239F2C-F161-3DE8-07AF-BA324F3A5493}"/>
              </a:ext>
            </a:extLst>
          </p:cNvPr>
          <p:cNvCxnSpPr>
            <a:cxnSpLocks/>
          </p:cNvCxnSpPr>
          <p:nvPr/>
        </p:nvCxnSpPr>
        <p:spPr>
          <a:xfrm flipH="1">
            <a:off x="3387012" y="4422705"/>
            <a:ext cx="1968759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B264588-13FC-D30A-4623-FE977D44F5E4}"/>
              </a:ext>
            </a:extLst>
          </p:cNvPr>
          <p:cNvSpPr txBox="1"/>
          <p:nvPr/>
        </p:nvSpPr>
        <p:spPr>
          <a:xfrm>
            <a:off x="5514392" y="4284206"/>
            <a:ext cx="3041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B272AC-4D40-8479-E896-AA75EFAE347F}"/>
                  </a:ext>
                </a:extLst>
              </p:cNvPr>
              <p:cNvSpPr txBox="1"/>
              <p:nvPr/>
            </p:nvSpPr>
            <p:spPr>
              <a:xfrm>
                <a:off x="3951514" y="5617269"/>
                <a:ext cx="5374933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𝑳𝒐𝒈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𝑶𝑹</m:t>
                              </m:r>
                            </m:e>
                          </m:acc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acc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𝒏𝒊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B272AC-4D40-8479-E896-AA75EFAE3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514" y="5617269"/>
                <a:ext cx="5374933" cy="312650"/>
              </a:xfrm>
              <a:prstGeom prst="rect">
                <a:avLst/>
              </a:prstGeom>
              <a:blipFill>
                <a:blip r:embed="rId5"/>
                <a:stretch>
                  <a:fillRect t="-1346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5736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Interpretación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33290D-E568-8841-3A52-CE1191638E98}"/>
              </a:ext>
            </a:extLst>
          </p:cNvPr>
          <p:cNvSpPr txBox="1"/>
          <p:nvPr/>
        </p:nvSpPr>
        <p:spPr>
          <a:xfrm>
            <a:off x="957807" y="2007247"/>
            <a:ext cx="10658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SV" dirty="0"/>
              <a:t>Finalmente, la interpretación no cambia ya que hemos transformado al modelo a algo de forma LINEAL. Sin embargo, lo que si se modifica es la idea general sobre lo que los coeficientes quieren decir para el problema particular que tenemos.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968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¿Cómo nos aseguramos que el modelo es bueno?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33290D-E568-8841-3A52-CE1191638E98}"/>
              </a:ext>
            </a:extLst>
          </p:cNvPr>
          <p:cNvSpPr txBox="1"/>
          <p:nvPr/>
        </p:nvSpPr>
        <p:spPr>
          <a:xfrm>
            <a:off x="957807" y="2007247"/>
            <a:ext cx="10658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SV" dirty="0"/>
              <a:t>Dado que no tenemos una respuesta numérica, no podemos calcular el error como lo hemos hecho con los modelos lineales. En este caso, el error lo calculamos: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F2B27-D697-85E2-FCD7-673417838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19" y="3170691"/>
            <a:ext cx="5608806" cy="31701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DBDD9-9806-FDFC-EDD8-AFA44FD33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817" y="2653578"/>
            <a:ext cx="5296359" cy="37112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DC3EAB-D587-D40C-E978-438F629960BA}"/>
              </a:ext>
            </a:extLst>
          </p:cNvPr>
          <p:cNvSpPr txBox="1"/>
          <p:nvPr/>
        </p:nvSpPr>
        <p:spPr>
          <a:xfrm>
            <a:off x="1828800" y="2752725"/>
            <a:ext cx="3914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Matriz</a:t>
            </a:r>
            <a:r>
              <a:rPr lang="en-US" b="1" dirty="0"/>
              <a:t> de </a:t>
            </a:r>
            <a:r>
              <a:rPr lang="en-US" b="1" dirty="0" err="1"/>
              <a:t>confusión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67910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¿Cómo nos aseguramos que el modelo es bueno?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7761A7-329E-5CBF-517A-412839FB3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64" y="2952170"/>
            <a:ext cx="5044877" cy="28806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9D1943-D1AB-77D9-4AA0-ADB77D6E412E}"/>
              </a:ext>
            </a:extLst>
          </p:cNvPr>
          <p:cNvSpPr txBox="1"/>
          <p:nvPr/>
        </p:nvSpPr>
        <p:spPr>
          <a:xfrm>
            <a:off x="7048500" y="2333625"/>
            <a:ext cx="41052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b="1" dirty="0" err="1"/>
              <a:t>Recall</a:t>
            </a:r>
            <a:r>
              <a:rPr lang="es-SV" b="1" dirty="0"/>
              <a:t>:</a:t>
            </a:r>
            <a:r>
              <a:rPr lang="es-SV" dirty="0"/>
              <a:t> De todas las clases de positivos, cuántos clasificamos de manera correcta. Queremos que sea lo más alto posible.</a:t>
            </a:r>
          </a:p>
          <a:p>
            <a:endParaRPr lang="es-SV" b="1" dirty="0"/>
          </a:p>
          <a:p>
            <a:r>
              <a:rPr lang="es-SV" b="1" dirty="0" err="1"/>
              <a:t>Precision</a:t>
            </a:r>
            <a:r>
              <a:rPr lang="es-SV" b="1" dirty="0"/>
              <a:t>: </a:t>
            </a:r>
            <a:r>
              <a:rPr lang="es-SV" dirty="0"/>
              <a:t>de todas las clases que hemos predicho como positivas, cuántas son de hecho positivas. También queremos que sea lo más alta positiva.</a:t>
            </a:r>
          </a:p>
          <a:p>
            <a:endParaRPr lang="es-SV" b="1" dirty="0"/>
          </a:p>
          <a:p>
            <a:r>
              <a:rPr lang="es-SV" b="1" dirty="0" err="1"/>
              <a:t>Accuracy</a:t>
            </a:r>
            <a:r>
              <a:rPr lang="es-SV" b="1" dirty="0"/>
              <a:t>: </a:t>
            </a:r>
            <a:r>
              <a:rPr lang="es-SV" dirty="0"/>
              <a:t>de todas las clases (positivas y negativas), cuántas hicimos una predicción correcta.</a:t>
            </a:r>
            <a:endParaRPr lang="es-SV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85336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6590</TotalTime>
  <Words>301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Regresión Logística II</vt:lpstr>
      <vt:lpstr>Interpretación inicial</vt:lpstr>
      <vt:lpstr>Curva de probabilidades</vt:lpstr>
      <vt:lpstr>Interpretación</vt:lpstr>
      <vt:lpstr>¿Cómo nos aseguramos que el modelo es bueno?</vt:lpstr>
      <vt:lpstr>¿Cómo nos aseguramos que el modelo es bueno?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SQL</dc:title>
  <dc:creator>Christian Villanueva</dc:creator>
  <cp:lastModifiedBy>Christian Villanueva</cp:lastModifiedBy>
  <cp:revision>3</cp:revision>
  <dcterms:created xsi:type="dcterms:W3CDTF">2023-06-19T22:41:02Z</dcterms:created>
  <dcterms:modified xsi:type="dcterms:W3CDTF">2023-11-24T22:44:53Z</dcterms:modified>
</cp:coreProperties>
</file>